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71" r:id="rId4"/>
    <p:sldId id="258" r:id="rId5"/>
    <p:sldId id="269" r:id="rId6"/>
    <p:sldId id="259" r:id="rId7"/>
    <p:sldId id="270" r:id="rId8"/>
    <p:sldId id="260" r:id="rId9"/>
    <p:sldId id="261" r:id="rId10"/>
    <p:sldId id="262" r:id="rId11"/>
    <p:sldId id="264" r:id="rId12"/>
    <p:sldId id="273" r:id="rId13"/>
    <p:sldId id="274" r:id="rId14"/>
    <p:sldId id="265" r:id="rId15"/>
    <p:sldId id="272" r:id="rId16"/>
    <p:sldId id="26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324B58-92F3-4D8B-993A-B7DB0A07FA40}" v="1" dt="2025-09-11T12:05:13.501"/>
    <p1510:client id="{F4940524-1DA1-425A-AEEA-524F930F027D}" v="35" dt="2025-09-11T09:45:22.4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gelica Adjei-Kwarteng" userId="c77f11bf-eba9-4795-81a2-08b472bdb5d0" providerId="ADAL" clId="{8001F4BE-39DA-40F5-8595-02569509CC38}"/>
    <pc:docChg chg="undo redo custSel addSld delSld modSld sldOrd">
      <pc:chgData name="Angelica Adjei-Kwarteng" userId="c77f11bf-eba9-4795-81a2-08b472bdb5d0" providerId="ADAL" clId="{8001F4BE-39DA-40F5-8595-02569509CC38}" dt="2025-09-11T09:48:14.617" v="960" actId="20577"/>
      <pc:docMkLst>
        <pc:docMk/>
      </pc:docMkLst>
      <pc:sldChg chg="addSp modSp mod">
        <pc:chgData name="Angelica Adjei-Kwarteng" userId="c77f11bf-eba9-4795-81a2-08b472bdb5d0" providerId="ADAL" clId="{8001F4BE-39DA-40F5-8595-02569509CC38}" dt="2025-09-09T13:39:27.158" v="192" actId="14100"/>
        <pc:sldMkLst>
          <pc:docMk/>
          <pc:sldMk cId="4024760874" sldId="256"/>
        </pc:sldMkLst>
        <pc:spChg chg="mod">
          <ac:chgData name="Angelica Adjei-Kwarteng" userId="c77f11bf-eba9-4795-81a2-08b472bdb5d0" providerId="ADAL" clId="{8001F4BE-39DA-40F5-8595-02569509CC38}" dt="2025-09-09T13:39:27.158" v="192" actId="14100"/>
          <ac:spMkLst>
            <pc:docMk/>
            <pc:sldMk cId="4024760874" sldId="256"/>
            <ac:spMk id="4" creationId="{6E2D2B01-6639-2079-49E6-1DE01E09A4E8}"/>
          </ac:spMkLst>
        </pc:spChg>
        <pc:spChg chg="mod">
          <ac:chgData name="Angelica Adjei-Kwarteng" userId="c77f11bf-eba9-4795-81a2-08b472bdb5d0" providerId="ADAL" clId="{8001F4BE-39DA-40F5-8595-02569509CC38}" dt="2025-09-09T13:25:15.649" v="6" actId="255"/>
          <ac:spMkLst>
            <pc:docMk/>
            <pc:sldMk cId="4024760874" sldId="256"/>
            <ac:spMk id="5" creationId="{FC7BF466-3810-C752-F4DD-A6C86516E887}"/>
          </ac:spMkLst>
        </pc:spChg>
        <pc:picChg chg="add mod ord">
          <ac:chgData name="Angelica Adjei-Kwarteng" userId="c77f11bf-eba9-4795-81a2-08b472bdb5d0" providerId="ADAL" clId="{8001F4BE-39DA-40F5-8595-02569509CC38}" dt="2025-09-09T13:38:38.492" v="189" actId="167"/>
          <ac:picMkLst>
            <pc:docMk/>
            <pc:sldMk cId="4024760874" sldId="256"/>
            <ac:picMk id="2" creationId="{50C98B55-B7B5-B063-F44F-CD60334DCC5B}"/>
          </ac:picMkLst>
        </pc:picChg>
        <pc:picChg chg="ord">
          <ac:chgData name="Angelica Adjei-Kwarteng" userId="c77f11bf-eba9-4795-81a2-08b472bdb5d0" providerId="ADAL" clId="{8001F4BE-39DA-40F5-8595-02569509CC38}" dt="2025-09-09T13:39:21.219" v="191" actId="167"/>
          <ac:picMkLst>
            <pc:docMk/>
            <pc:sldMk cId="4024760874" sldId="256"/>
            <ac:picMk id="6" creationId="{65CB06BF-0B59-37E7-7BE6-4A8122D33C03}"/>
          </ac:picMkLst>
        </pc:picChg>
      </pc:sldChg>
      <pc:sldChg chg="addSp delSp modSp mod modTransition">
        <pc:chgData name="Angelica Adjei-Kwarteng" userId="c77f11bf-eba9-4795-81a2-08b472bdb5d0" providerId="ADAL" clId="{8001F4BE-39DA-40F5-8595-02569509CC38}" dt="2025-09-10T16:03:47.572" v="568"/>
        <pc:sldMkLst>
          <pc:docMk/>
          <pc:sldMk cId="2721132698" sldId="257"/>
        </pc:sldMkLst>
        <pc:spChg chg="mod">
          <ac:chgData name="Angelica Adjei-Kwarteng" userId="c77f11bf-eba9-4795-81a2-08b472bdb5d0" providerId="ADAL" clId="{8001F4BE-39DA-40F5-8595-02569509CC38}" dt="2025-09-09T13:39:43.421" v="194" actId="14100"/>
          <ac:spMkLst>
            <pc:docMk/>
            <pc:sldMk cId="2721132698" sldId="257"/>
            <ac:spMk id="4" creationId="{A8994967-F8D0-C80C-D94F-785BA383EC64}"/>
          </ac:spMkLst>
        </pc:spChg>
        <pc:spChg chg="mod">
          <ac:chgData name="Angelica Adjei-Kwarteng" userId="c77f11bf-eba9-4795-81a2-08b472bdb5d0" providerId="ADAL" clId="{8001F4BE-39DA-40F5-8595-02569509CC38}" dt="2025-09-09T13:25:26.148" v="8" actId="255"/>
          <ac:spMkLst>
            <pc:docMk/>
            <pc:sldMk cId="2721132698" sldId="257"/>
            <ac:spMk id="5" creationId="{5E6A76AA-C382-256A-9536-CCA8C7517FBA}"/>
          </ac:spMkLst>
        </pc:spChg>
        <pc:spChg chg="mod">
          <ac:chgData name="Angelica Adjei-Kwarteng" userId="c77f11bf-eba9-4795-81a2-08b472bdb5d0" providerId="ADAL" clId="{8001F4BE-39DA-40F5-8595-02569509CC38}" dt="2025-09-09T16:39:43.165" v="549" actId="12788"/>
          <ac:spMkLst>
            <pc:docMk/>
            <pc:sldMk cId="2721132698" sldId="257"/>
            <ac:spMk id="6" creationId="{D8BA85D6-1F41-5F68-14F4-54415CDF15C4}"/>
          </ac:spMkLst>
        </pc:spChg>
        <pc:spChg chg="mod">
          <ac:chgData name="Angelica Adjei-Kwarteng" userId="c77f11bf-eba9-4795-81a2-08b472bdb5d0" providerId="ADAL" clId="{8001F4BE-39DA-40F5-8595-02569509CC38}" dt="2025-09-09T16:39:43.165" v="549" actId="12788"/>
          <ac:spMkLst>
            <pc:docMk/>
            <pc:sldMk cId="2721132698" sldId="257"/>
            <ac:spMk id="7" creationId="{5CD39D7B-2182-FC7A-1EF9-FD0C3598FA5D}"/>
          </ac:spMkLst>
        </pc:spChg>
        <pc:spChg chg="mod">
          <ac:chgData name="Angelica Adjei-Kwarteng" userId="c77f11bf-eba9-4795-81a2-08b472bdb5d0" providerId="ADAL" clId="{8001F4BE-39DA-40F5-8595-02569509CC38}" dt="2025-09-09T16:42:37.276" v="563" actId="20577"/>
          <ac:spMkLst>
            <pc:docMk/>
            <pc:sldMk cId="2721132698" sldId="257"/>
            <ac:spMk id="8" creationId="{EA25EC63-08B9-AF35-99FA-22E5E554B603}"/>
          </ac:spMkLst>
        </pc:spChg>
        <pc:spChg chg="mod">
          <ac:chgData name="Angelica Adjei-Kwarteng" userId="c77f11bf-eba9-4795-81a2-08b472bdb5d0" providerId="ADAL" clId="{8001F4BE-39DA-40F5-8595-02569509CC38}" dt="2025-09-09T16:42:41.682" v="564" actId="1076"/>
          <ac:spMkLst>
            <pc:docMk/>
            <pc:sldMk cId="2721132698" sldId="257"/>
            <ac:spMk id="9" creationId="{82AB2D90-E88A-2C20-D298-AB4DC691F302}"/>
          </ac:spMkLst>
        </pc:spChg>
        <pc:spChg chg="mod">
          <ac:chgData name="Angelica Adjei-Kwarteng" userId="c77f11bf-eba9-4795-81a2-08b472bdb5d0" providerId="ADAL" clId="{8001F4BE-39DA-40F5-8595-02569509CC38}" dt="2025-09-09T16:40:03.499" v="550" actId="12788"/>
          <ac:spMkLst>
            <pc:docMk/>
            <pc:sldMk cId="2721132698" sldId="257"/>
            <ac:spMk id="11" creationId="{1D82B855-8C9A-F114-0274-8AE68F49F4FF}"/>
          </ac:spMkLst>
        </pc:spChg>
        <pc:picChg chg="add mod ord">
          <ac:chgData name="Angelica Adjei-Kwarteng" userId="c77f11bf-eba9-4795-81a2-08b472bdb5d0" providerId="ADAL" clId="{8001F4BE-39DA-40F5-8595-02569509CC38}" dt="2025-09-09T13:38:21.526" v="186" actId="167"/>
          <ac:picMkLst>
            <pc:docMk/>
            <pc:sldMk cId="2721132698" sldId="257"/>
            <ac:picMk id="2" creationId="{BD09CA87-48C9-0CFD-213D-FA04F8D9BCEE}"/>
          </ac:picMkLst>
        </pc:picChg>
      </pc:sldChg>
      <pc:sldChg chg="addSp modSp mod modTransition">
        <pc:chgData name="Angelica Adjei-Kwarteng" userId="c77f11bf-eba9-4795-81a2-08b472bdb5d0" providerId="ADAL" clId="{8001F4BE-39DA-40F5-8595-02569509CC38}" dt="2025-09-10T16:04:39.731" v="570"/>
        <pc:sldMkLst>
          <pc:docMk/>
          <pc:sldMk cId="2551981678" sldId="258"/>
        </pc:sldMkLst>
        <pc:spChg chg="mod">
          <ac:chgData name="Angelica Adjei-Kwarteng" userId="c77f11bf-eba9-4795-81a2-08b472bdb5d0" providerId="ADAL" clId="{8001F4BE-39DA-40F5-8595-02569509CC38}" dt="2025-09-09T16:14:26.093" v="245" actId="12789"/>
          <ac:spMkLst>
            <pc:docMk/>
            <pc:sldMk cId="2551981678" sldId="258"/>
            <ac:spMk id="2" creationId="{98D9AFE7-5DCB-8957-F42F-267FCDCE5B0F}"/>
          </ac:spMkLst>
        </pc:spChg>
        <pc:spChg chg="mod">
          <ac:chgData name="Angelica Adjei-Kwarteng" userId="c77f11bf-eba9-4795-81a2-08b472bdb5d0" providerId="ADAL" clId="{8001F4BE-39DA-40F5-8595-02569509CC38}" dt="2025-09-09T16:14:26.093" v="245" actId="12789"/>
          <ac:spMkLst>
            <pc:docMk/>
            <pc:sldMk cId="2551981678" sldId="258"/>
            <ac:spMk id="4" creationId="{61978763-7763-CD31-752B-4F312A3D82B9}"/>
          </ac:spMkLst>
        </pc:spChg>
        <pc:spChg chg="mod">
          <ac:chgData name="Angelica Adjei-Kwarteng" userId="c77f11bf-eba9-4795-81a2-08b472bdb5d0" providerId="ADAL" clId="{8001F4BE-39DA-40F5-8595-02569509CC38}" dt="2025-09-09T13:25:35.868" v="10" actId="255"/>
          <ac:spMkLst>
            <pc:docMk/>
            <pc:sldMk cId="2551981678" sldId="258"/>
            <ac:spMk id="5" creationId="{3BACE658-8440-8815-0D41-498929B56D63}"/>
          </ac:spMkLst>
        </pc:spChg>
        <pc:spChg chg="mod">
          <ac:chgData name="Angelica Adjei-Kwarteng" userId="c77f11bf-eba9-4795-81a2-08b472bdb5d0" providerId="ADAL" clId="{8001F4BE-39DA-40F5-8595-02569509CC38}" dt="2025-09-09T16:14:26.093" v="245" actId="12789"/>
          <ac:spMkLst>
            <pc:docMk/>
            <pc:sldMk cId="2551981678" sldId="258"/>
            <ac:spMk id="6" creationId="{FDDE3D67-8999-6127-B3B9-C53DAC9C4BC8}"/>
          </ac:spMkLst>
        </pc:spChg>
        <pc:spChg chg="mod">
          <ac:chgData name="Angelica Adjei-Kwarteng" userId="c77f11bf-eba9-4795-81a2-08b472bdb5d0" providerId="ADAL" clId="{8001F4BE-39DA-40F5-8595-02569509CC38}" dt="2025-09-09T16:14:26.093" v="245" actId="12789"/>
          <ac:spMkLst>
            <pc:docMk/>
            <pc:sldMk cId="2551981678" sldId="258"/>
            <ac:spMk id="7" creationId="{8E0A470D-4265-33DF-2F9A-B69D79AFBE11}"/>
          </ac:spMkLst>
        </pc:spChg>
        <pc:spChg chg="add mod">
          <ac:chgData name="Angelica Adjei-Kwarteng" userId="c77f11bf-eba9-4795-81a2-08b472bdb5d0" providerId="ADAL" clId="{8001F4BE-39DA-40F5-8595-02569509CC38}" dt="2025-09-09T16:14:26.093" v="245" actId="12789"/>
          <ac:spMkLst>
            <pc:docMk/>
            <pc:sldMk cId="2551981678" sldId="258"/>
            <ac:spMk id="9" creationId="{FEB235C2-D094-5DA2-7545-EF2487094673}"/>
          </ac:spMkLst>
        </pc:spChg>
        <pc:picChg chg="add mod ord">
          <ac:chgData name="Angelica Adjei-Kwarteng" userId="c77f11bf-eba9-4795-81a2-08b472bdb5d0" providerId="ADAL" clId="{8001F4BE-39DA-40F5-8595-02569509CC38}" dt="2025-09-09T13:38:07.244" v="183" actId="167"/>
          <ac:picMkLst>
            <pc:docMk/>
            <pc:sldMk cId="2551981678" sldId="258"/>
            <ac:picMk id="3" creationId="{281CDBC8-5243-3441-ADD8-FC148027A23D}"/>
          </ac:picMkLst>
        </pc:picChg>
        <pc:picChg chg="ord">
          <ac:chgData name="Angelica Adjei-Kwarteng" userId="c77f11bf-eba9-4795-81a2-08b472bdb5d0" providerId="ADAL" clId="{8001F4BE-39DA-40F5-8595-02569509CC38}" dt="2025-09-09T16:12:55" v="234" actId="167"/>
          <ac:picMkLst>
            <pc:docMk/>
            <pc:sldMk cId="2551981678" sldId="258"/>
            <ac:picMk id="8" creationId="{38E16022-5DFE-5765-41A5-1A4D531CD6AF}"/>
          </ac:picMkLst>
        </pc:picChg>
      </pc:sldChg>
      <pc:sldChg chg="addSp delSp modSp mod modTransition">
        <pc:chgData name="Angelica Adjei-Kwarteng" userId="c77f11bf-eba9-4795-81a2-08b472bdb5d0" providerId="ADAL" clId="{8001F4BE-39DA-40F5-8595-02569509CC38}" dt="2025-09-10T16:10:19.451" v="573"/>
        <pc:sldMkLst>
          <pc:docMk/>
          <pc:sldMk cId="1039158092" sldId="259"/>
        </pc:sldMkLst>
        <pc:spChg chg="mod">
          <ac:chgData name="Angelica Adjei-Kwarteng" userId="c77f11bf-eba9-4795-81a2-08b472bdb5d0" providerId="ADAL" clId="{8001F4BE-39DA-40F5-8595-02569509CC38}" dt="2025-09-09T16:34:59.979" v="541" actId="552"/>
          <ac:spMkLst>
            <pc:docMk/>
            <pc:sldMk cId="1039158092" sldId="259"/>
            <ac:spMk id="2" creationId="{AD210D21-9429-8712-3B74-4582AB8DFEB4}"/>
          </ac:spMkLst>
        </pc:spChg>
        <pc:spChg chg="mod">
          <ac:chgData name="Angelica Adjei-Kwarteng" userId="c77f11bf-eba9-4795-81a2-08b472bdb5d0" providerId="ADAL" clId="{8001F4BE-39DA-40F5-8595-02569509CC38}" dt="2025-09-09T16:35:27.928" v="546" actId="552"/>
          <ac:spMkLst>
            <pc:docMk/>
            <pc:sldMk cId="1039158092" sldId="259"/>
            <ac:spMk id="3" creationId="{BB37A391-D457-88A1-F8EF-F46239397768}"/>
          </ac:spMkLst>
        </pc:spChg>
        <pc:spChg chg="mod">
          <ac:chgData name="Angelica Adjei-Kwarteng" userId="c77f11bf-eba9-4795-81a2-08b472bdb5d0" providerId="ADAL" clId="{8001F4BE-39DA-40F5-8595-02569509CC38}" dt="2025-09-09T13:30:03.259" v="52" actId="255"/>
          <ac:spMkLst>
            <pc:docMk/>
            <pc:sldMk cId="1039158092" sldId="259"/>
            <ac:spMk id="5" creationId="{ACFF422D-7307-601D-8C96-55341F7C4143}"/>
          </ac:spMkLst>
        </pc:spChg>
        <pc:spChg chg="mod">
          <ac:chgData name="Angelica Adjei-Kwarteng" userId="c77f11bf-eba9-4795-81a2-08b472bdb5d0" providerId="ADAL" clId="{8001F4BE-39DA-40F5-8595-02569509CC38}" dt="2025-09-09T16:34:59.979" v="541" actId="552"/>
          <ac:spMkLst>
            <pc:docMk/>
            <pc:sldMk cId="1039158092" sldId="259"/>
            <ac:spMk id="6" creationId="{D093188A-9C64-B54B-0F42-BA49007A64BF}"/>
          </ac:spMkLst>
        </pc:spChg>
        <pc:spChg chg="mod">
          <ac:chgData name="Angelica Adjei-Kwarteng" userId="c77f11bf-eba9-4795-81a2-08b472bdb5d0" providerId="ADAL" clId="{8001F4BE-39DA-40F5-8595-02569509CC38}" dt="2025-09-09T16:34:59.979" v="541" actId="552"/>
          <ac:spMkLst>
            <pc:docMk/>
            <pc:sldMk cId="1039158092" sldId="259"/>
            <ac:spMk id="7" creationId="{FB2040A3-1584-0652-7A0C-FF8F069536A9}"/>
          </ac:spMkLst>
        </pc:spChg>
        <pc:spChg chg="mod">
          <ac:chgData name="Angelica Adjei-Kwarteng" userId="c77f11bf-eba9-4795-81a2-08b472bdb5d0" providerId="ADAL" clId="{8001F4BE-39DA-40F5-8595-02569509CC38}" dt="2025-09-09T16:35:27.928" v="546" actId="552"/>
          <ac:spMkLst>
            <pc:docMk/>
            <pc:sldMk cId="1039158092" sldId="259"/>
            <ac:spMk id="9" creationId="{A2041D1C-1878-D4E4-7B84-43278EC4E824}"/>
          </ac:spMkLst>
        </pc:spChg>
        <pc:spChg chg="mod">
          <ac:chgData name="Angelica Adjei-Kwarteng" userId="c77f11bf-eba9-4795-81a2-08b472bdb5d0" providerId="ADAL" clId="{8001F4BE-39DA-40F5-8595-02569509CC38}" dt="2025-09-09T16:35:27.928" v="546" actId="552"/>
          <ac:spMkLst>
            <pc:docMk/>
            <pc:sldMk cId="1039158092" sldId="259"/>
            <ac:spMk id="10" creationId="{996A4727-1DDF-A13C-85DE-89B260EA5DC1}"/>
          </ac:spMkLst>
        </pc:spChg>
        <pc:spChg chg="mod">
          <ac:chgData name="Angelica Adjei-Kwarteng" userId="c77f11bf-eba9-4795-81a2-08b472bdb5d0" providerId="ADAL" clId="{8001F4BE-39DA-40F5-8595-02569509CC38}" dt="2025-09-09T16:35:27.928" v="546" actId="552"/>
          <ac:spMkLst>
            <pc:docMk/>
            <pc:sldMk cId="1039158092" sldId="259"/>
            <ac:spMk id="11" creationId="{4F51F897-89E5-C7E3-1994-90E67295770C}"/>
          </ac:spMkLst>
        </pc:spChg>
        <pc:spChg chg="mod">
          <ac:chgData name="Angelica Adjei-Kwarteng" userId="c77f11bf-eba9-4795-81a2-08b472bdb5d0" providerId="ADAL" clId="{8001F4BE-39DA-40F5-8595-02569509CC38}" dt="2025-09-09T13:30:18.328" v="54" actId="207"/>
          <ac:spMkLst>
            <pc:docMk/>
            <pc:sldMk cId="1039158092" sldId="259"/>
            <ac:spMk id="12" creationId="{FCF7E7FD-9FE0-07F5-46C6-48340A3ADA25}"/>
          </ac:spMkLst>
        </pc:spChg>
        <pc:spChg chg="add mod">
          <ac:chgData name="Angelica Adjei-Kwarteng" userId="c77f11bf-eba9-4795-81a2-08b472bdb5d0" providerId="ADAL" clId="{8001F4BE-39DA-40F5-8595-02569509CC38}" dt="2025-09-09T16:35:09.112" v="545" actId="1035"/>
          <ac:spMkLst>
            <pc:docMk/>
            <pc:sldMk cId="1039158092" sldId="259"/>
            <ac:spMk id="16" creationId="{5EAC94F4-F8C2-25FA-3EB6-55568E0B694E}"/>
          </ac:spMkLst>
        </pc:spChg>
        <pc:picChg chg="add mod ord">
          <ac:chgData name="Angelica Adjei-Kwarteng" userId="c77f11bf-eba9-4795-81a2-08b472bdb5d0" providerId="ADAL" clId="{8001F4BE-39DA-40F5-8595-02569509CC38}" dt="2025-09-09T13:37:31.331" v="180" actId="167"/>
          <ac:picMkLst>
            <pc:docMk/>
            <pc:sldMk cId="1039158092" sldId="259"/>
            <ac:picMk id="13" creationId="{B6DACE77-8294-5147-4916-7FE984C0539B}"/>
          </ac:picMkLst>
        </pc:picChg>
      </pc:sldChg>
      <pc:sldChg chg="addSp modSp mod">
        <pc:chgData name="Angelica Adjei-Kwarteng" userId="c77f11bf-eba9-4795-81a2-08b472bdb5d0" providerId="ADAL" clId="{8001F4BE-39DA-40F5-8595-02569509CC38}" dt="2025-09-09T16:47:24.046" v="565" actId="11530"/>
        <pc:sldMkLst>
          <pc:docMk/>
          <pc:sldMk cId="2579170464" sldId="260"/>
        </pc:sldMkLst>
        <pc:spChg chg="mod">
          <ac:chgData name="Angelica Adjei-Kwarteng" userId="c77f11bf-eba9-4795-81a2-08b472bdb5d0" providerId="ADAL" clId="{8001F4BE-39DA-40F5-8595-02569509CC38}" dt="2025-09-09T13:29:46.777" v="51" actId="255"/>
          <ac:spMkLst>
            <pc:docMk/>
            <pc:sldMk cId="2579170464" sldId="260"/>
            <ac:spMk id="5" creationId="{65ED8A3B-060B-4C29-6ECC-D00304816B14}"/>
          </ac:spMkLst>
        </pc:spChg>
        <pc:spChg chg="mod">
          <ac:chgData name="Angelica Adjei-Kwarteng" userId="c77f11bf-eba9-4795-81a2-08b472bdb5d0" providerId="ADAL" clId="{8001F4BE-39DA-40F5-8595-02569509CC38}" dt="2025-09-09T16:47:24.046" v="565" actId="11530"/>
          <ac:spMkLst>
            <pc:docMk/>
            <pc:sldMk cId="2579170464" sldId="260"/>
            <ac:spMk id="23" creationId="{344D65E8-9077-E66F-9F7C-856FC595061D}"/>
          </ac:spMkLst>
        </pc:spChg>
        <pc:picChg chg="add mod ord">
          <ac:chgData name="Angelica Adjei-Kwarteng" userId="c77f11bf-eba9-4795-81a2-08b472bdb5d0" providerId="ADAL" clId="{8001F4BE-39DA-40F5-8595-02569509CC38}" dt="2025-09-09T13:37:08.289" v="178" actId="688"/>
          <ac:picMkLst>
            <pc:docMk/>
            <pc:sldMk cId="2579170464" sldId="260"/>
            <ac:picMk id="2" creationId="{DC2220C7-B135-3B92-7ECB-F738639D27A6}"/>
          </ac:picMkLst>
        </pc:picChg>
      </pc:sldChg>
      <pc:sldChg chg="addSp modSp mod">
        <pc:chgData name="Angelica Adjei-Kwarteng" userId="c77f11bf-eba9-4795-81a2-08b472bdb5d0" providerId="ADAL" clId="{8001F4BE-39DA-40F5-8595-02569509CC38}" dt="2025-09-09T13:34:56.792" v="84" actId="1076"/>
        <pc:sldMkLst>
          <pc:docMk/>
          <pc:sldMk cId="883389459" sldId="261"/>
        </pc:sldMkLst>
        <pc:spChg chg="mod">
          <ac:chgData name="Angelica Adjei-Kwarteng" userId="c77f11bf-eba9-4795-81a2-08b472bdb5d0" providerId="ADAL" clId="{8001F4BE-39DA-40F5-8595-02569509CC38}" dt="2025-09-09T13:29:35.694" v="50" actId="255"/>
          <ac:spMkLst>
            <pc:docMk/>
            <pc:sldMk cId="883389459" sldId="261"/>
            <ac:spMk id="5" creationId="{26D9D03A-7067-7854-E2BD-5F1F517317F0}"/>
          </ac:spMkLst>
        </pc:spChg>
        <pc:spChg chg="mod">
          <ac:chgData name="Angelica Adjei-Kwarteng" userId="c77f11bf-eba9-4795-81a2-08b472bdb5d0" providerId="ADAL" clId="{8001F4BE-39DA-40F5-8595-02569509CC38}" dt="2025-09-09T13:32:09.983" v="72" actId="6549"/>
          <ac:spMkLst>
            <pc:docMk/>
            <pc:sldMk cId="883389459" sldId="261"/>
            <ac:spMk id="12" creationId="{45FDD55F-E017-F135-0E96-194A98F8E5F5}"/>
          </ac:spMkLst>
        </pc:spChg>
        <pc:picChg chg="add mod ord">
          <ac:chgData name="Angelica Adjei-Kwarteng" userId="c77f11bf-eba9-4795-81a2-08b472bdb5d0" providerId="ADAL" clId="{8001F4BE-39DA-40F5-8595-02569509CC38}" dt="2025-09-09T13:34:56.792" v="84" actId="1076"/>
          <ac:picMkLst>
            <pc:docMk/>
            <pc:sldMk cId="883389459" sldId="261"/>
            <ac:picMk id="2" creationId="{C84F7C10-8C0B-FAD2-36EC-5DF6C6082FD8}"/>
          </ac:picMkLst>
        </pc:picChg>
      </pc:sldChg>
      <pc:sldChg chg="modSp mod">
        <pc:chgData name="Angelica Adjei-Kwarteng" userId="c77f11bf-eba9-4795-81a2-08b472bdb5d0" providerId="ADAL" clId="{8001F4BE-39DA-40F5-8595-02569509CC38}" dt="2025-09-09T13:29:27.911" v="49" actId="255"/>
        <pc:sldMkLst>
          <pc:docMk/>
          <pc:sldMk cId="1557853679" sldId="262"/>
        </pc:sldMkLst>
        <pc:spChg chg="mod">
          <ac:chgData name="Angelica Adjei-Kwarteng" userId="c77f11bf-eba9-4795-81a2-08b472bdb5d0" providerId="ADAL" clId="{8001F4BE-39DA-40F5-8595-02569509CC38}" dt="2025-09-09T13:29:27.911" v="49" actId="255"/>
          <ac:spMkLst>
            <pc:docMk/>
            <pc:sldMk cId="1557853679" sldId="262"/>
            <ac:spMk id="5" creationId="{3213A057-AE29-A38B-E76C-30479FF30EB4}"/>
          </ac:spMkLst>
        </pc:spChg>
      </pc:sldChg>
      <pc:sldChg chg="modSp mod">
        <pc:chgData name="Angelica Adjei-Kwarteng" userId="c77f11bf-eba9-4795-81a2-08b472bdb5d0" providerId="ADAL" clId="{8001F4BE-39DA-40F5-8595-02569509CC38}" dt="2025-09-09T13:29:18.975" v="48" actId="255"/>
        <pc:sldMkLst>
          <pc:docMk/>
          <pc:sldMk cId="193403781" sldId="264"/>
        </pc:sldMkLst>
        <pc:spChg chg="mod">
          <ac:chgData name="Angelica Adjei-Kwarteng" userId="c77f11bf-eba9-4795-81a2-08b472bdb5d0" providerId="ADAL" clId="{8001F4BE-39DA-40F5-8595-02569509CC38}" dt="2025-09-09T13:29:18.975" v="48" actId="255"/>
          <ac:spMkLst>
            <pc:docMk/>
            <pc:sldMk cId="193403781" sldId="264"/>
            <ac:spMk id="5" creationId="{4273A72B-2B90-1F31-4589-BDEE4AACD3D3}"/>
          </ac:spMkLst>
        </pc:spChg>
      </pc:sldChg>
      <pc:sldChg chg="modSp mod">
        <pc:chgData name="Angelica Adjei-Kwarteng" userId="c77f11bf-eba9-4795-81a2-08b472bdb5d0" providerId="ADAL" clId="{8001F4BE-39DA-40F5-8595-02569509CC38}" dt="2025-09-11T09:47:30.052" v="929" actId="1076"/>
        <pc:sldMkLst>
          <pc:docMk/>
          <pc:sldMk cId="2050831923" sldId="265"/>
        </pc:sldMkLst>
        <pc:spChg chg="mod">
          <ac:chgData name="Angelica Adjei-Kwarteng" userId="c77f11bf-eba9-4795-81a2-08b472bdb5d0" providerId="ADAL" clId="{8001F4BE-39DA-40F5-8595-02569509CC38}" dt="2025-09-09T13:27:43.729" v="32" actId="255"/>
          <ac:spMkLst>
            <pc:docMk/>
            <pc:sldMk cId="2050831923" sldId="265"/>
            <ac:spMk id="5" creationId="{1EDAF99F-1715-97FC-36BD-C0B45C666317}"/>
          </ac:spMkLst>
        </pc:spChg>
        <pc:spChg chg="mod">
          <ac:chgData name="Angelica Adjei-Kwarteng" userId="c77f11bf-eba9-4795-81a2-08b472bdb5d0" providerId="ADAL" clId="{8001F4BE-39DA-40F5-8595-02569509CC38}" dt="2025-09-11T09:47:11.583" v="927" actId="5793"/>
          <ac:spMkLst>
            <pc:docMk/>
            <pc:sldMk cId="2050831923" sldId="265"/>
            <ac:spMk id="6" creationId="{E2CD23B8-38AA-D57C-7742-0476846785B6}"/>
          </ac:spMkLst>
        </pc:spChg>
        <pc:spChg chg="mod">
          <ac:chgData name="Angelica Adjei-Kwarteng" userId="c77f11bf-eba9-4795-81a2-08b472bdb5d0" providerId="ADAL" clId="{8001F4BE-39DA-40F5-8595-02569509CC38}" dt="2025-09-11T09:45:37.498" v="874" actId="1076"/>
          <ac:spMkLst>
            <pc:docMk/>
            <pc:sldMk cId="2050831923" sldId="265"/>
            <ac:spMk id="10" creationId="{B6930AC7-EEF0-92F8-AB25-E955BF7D12A8}"/>
          </ac:spMkLst>
        </pc:spChg>
        <pc:picChg chg="mod">
          <ac:chgData name="Angelica Adjei-Kwarteng" userId="c77f11bf-eba9-4795-81a2-08b472bdb5d0" providerId="ADAL" clId="{8001F4BE-39DA-40F5-8595-02569509CC38}" dt="2025-09-11T09:47:21.478" v="928" actId="1076"/>
          <ac:picMkLst>
            <pc:docMk/>
            <pc:sldMk cId="2050831923" sldId="265"/>
            <ac:picMk id="4" creationId="{3811ECEA-21A9-AB79-4C27-D610A6EC01A0}"/>
          </ac:picMkLst>
        </pc:picChg>
        <pc:picChg chg="mod">
          <ac:chgData name="Angelica Adjei-Kwarteng" userId="c77f11bf-eba9-4795-81a2-08b472bdb5d0" providerId="ADAL" clId="{8001F4BE-39DA-40F5-8595-02569509CC38}" dt="2025-09-11T09:47:30.052" v="929" actId="1076"/>
          <ac:picMkLst>
            <pc:docMk/>
            <pc:sldMk cId="2050831923" sldId="265"/>
            <ac:picMk id="9" creationId="{98EB69D3-9FAB-0371-B05D-8F5E0FCE7092}"/>
          </ac:picMkLst>
        </pc:picChg>
      </pc:sldChg>
      <pc:sldChg chg="modSp del mod ord">
        <pc:chgData name="Angelica Adjei-Kwarteng" userId="c77f11bf-eba9-4795-81a2-08b472bdb5d0" providerId="ADAL" clId="{8001F4BE-39DA-40F5-8595-02569509CC38}" dt="2025-09-11T09:32:45.606" v="760" actId="2696"/>
        <pc:sldMkLst>
          <pc:docMk/>
          <pc:sldMk cId="594884164" sldId="266"/>
        </pc:sldMkLst>
        <pc:spChg chg="mod">
          <ac:chgData name="Angelica Adjei-Kwarteng" userId="c77f11bf-eba9-4795-81a2-08b472bdb5d0" providerId="ADAL" clId="{8001F4BE-39DA-40F5-8595-02569509CC38}" dt="2025-09-11T09:26:24.200" v="587" actId="20577"/>
          <ac:spMkLst>
            <pc:docMk/>
            <pc:sldMk cId="594884164" sldId="266"/>
            <ac:spMk id="5" creationId="{C6BD4705-092C-9609-F0B4-D7309AA878A3}"/>
          </ac:spMkLst>
        </pc:spChg>
      </pc:sldChg>
      <pc:sldChg chg="modSp mod">
        <pc:chgData name="Angelica Adjei-Kwarteng" userId="c77f11bf-eba9-4795-81a2-08b472bdb5d0" providerId="ADAL" clId="{8001F4BE-39DA-40F5-8595-02569509CC38}" dt="2025-09-09T13:33:17.378" v="77" actId="255"/>
        <pc:sldMkLst>
          <pc:docMk/>
          <pc:sldMk cId="460914195" sldId="267"/>
        </pc:sldMkLst>
        <pc:spChg chg="mod">
          <ac:chgData name="Angelica Adjei-Kwarteng" userId="c77f11bf-eba9-4795-81a2-08b472bdb5d0" providerId="ADAL" clId="{8001F4BE-39DA-40F5-8595-02569509CC38}" dt="2025-09-09T13:33:17.378" v="77" actId="255"/>
          <ac:spMkLst>
            <pc:docMk/>
            <pc:sldMk cId="460914195" sldId="267"/>
            <ac:spMk id="3" creationId="{EA3AC34C-326C-8C64-7461-7582E3B0C881}"/>
          </ac:spMkLst>
        </pc:spChg>
        <pc:spChg chg="mod">
          <ac:chgData name="Angelica Adjei-Kwarteng" userId="c77f11bf-eba9-4795-81a2-08b472bdb5d0" providerId="ADAL" clId="{8001F4BE-39DA-40F5-8595-02569509CC38}" dt="2025-09-09T13:27:29.595" v="30" actId="255"/>
          <ac:spMkLst>
            <pc:docMk/>
            <pc:sldMk cId="460914195" sldId="267"/>
            <ac:spMk id="5" creationId="{7469F498-9E22-DB06-0A4A-76737A673F68}"/>
          </ac:spMkLst>
        </pc:spChg>
      </pc:sldChg>
      <pc:sldChg chg="add del">
        <pc:chgData name="Angelica Adjei-Kwarteng" userId="c77f11bf-eba9-4795-81a2-08b472bdb5d0" providerId="ADAL" clId="{8001F4BE-39DA-40F5-8595-02569509CC38}" dt="2025-09-09T16:14:01.472" v="243" actId="2696"/>
        <pc:sldMkLst>
          <pc:docMk/>
          <pc:sldMk cId="2424479411" sldId="268"/>
        </pc:sldMkLst>
      </pc:sldChg>
      <pc:sldChg chg="modSp add mod modTransition">
        <pc:chgData name="Angelica Adjei-Kwarteng" userId="c77f11bf-eba9-4795-81a2-08b472bdb5d0" providerId="ADAL" clId="{8001F4BE-39DA-40F5-8595-02569509CC38}" dt="2025-09-09T16:16:56.450" v="255" actId="2085"/>
        <pc:sldMkLst>
          <pc:docMk/>
          <pc:sldMk cId="2782120442" sldId="269"/>
        </pc:sldMkLst>
        <pc:spChg chg="mod">
          <ac:chgData name="Angelica Adjei-Kwarteng" userId="c77f11bf-eba9-4795-81a2-08b472bdb5d0" providerId="ADAL" clId="{8001F4BE-39DA-40F5-8595-02569509CC38}" dt="2025-09-09T16:16:56.450" v="255" actId="2085"/>
          <ac:spMkLst>
            <pc:docMk/>
            <pc:sldMk cId="2782120442" sldId="269"/>
            <ac:spMk id="2" creationId="{D61F0C57-8454-8650-B0AD-613295F68962}"/>
          </ac:spMkLst>
        </pc:spChg>
        <pc:spChg chg="mod">
          <ac:chgData name="Angelica Adjei-Kwarteng" userId="c77f11bf-eba9-4795-81a2-08b472bdb5d0" providerId="ADAL" clId="{8001F4BE-39DA-40F5-8595-02569509CC38}" dt="2025-09-09T16:16:56.450" v="255" actId="2085"/>
          <ac:spMkLst>
            <pc:docMk/>
            <pc:sldMk cId="2782120442" sldId="269"/>
            <ac:spMk id="4" creationId="{282BC93B-33FB-7F82-2F38-2F943E358D6F}"/>
          </ac:spMkLst>
        </pc:spChg>
        <pc:spChg chg="mod">
          <ac:chgData name="Angelica Adjei-Kwarteng" userId="c77f11bf-eba9-4795-81a2-08b472bdb5d0" providerId="ADAL" clId="{8001F4BE-39DA-40F5-8595-02569509CC38}" dt="2025-09-09T16:16:56.450" v="255" actId="2085"/>
          <ac:spMkLst>
            <pc:docMk/>
            <pc:sldMk cId="2782120442" sldId="269"/>
            <ac:spMk id="6" creationId="{923E2A97-A5C3-0594-A3BD-839D96B9F076}"/>
          </ac:spMkLst>
        </pc:spChg>
        <pc:spChg chg="mod">
          <ac:chgData name="Angelica Adjei-Kwarteng" userId="c77f11bf-eba9-4795-81a2-08b472bdb5d0" providerId="ADAL" clId="{8001F4BE-39DA-40F5-8595-02569509CC38}" dt="2025-09-09T16:16:56.450" v="255" actId="2085"/>
          <ac:spMkLst>
            <pc:docMk/>
            <pc:sldMk cId="2782120442" sldId="269"/>
            <ac:spMk id="7" creationId="{CA39D2C5-75E4-F56C-D359-CB9E8EACF986}"/>
          </ac:spMkLst>
        </pc:spChg>
      </pc:sldChg>
      <pc:sldChg chg="add modTransition">
        <pc:chgData name="Angelica Adjei-Kwarteng" userId="c77f11bf-eba9-4795-81a2-08b472bdb5d0" providerId="ADAL" clId="{8001F4BE-39DA-40F5-8595-02569509CC38}" dt="2025-09-09T16:35:37.655" v="547"/>
        <pc:sldMkLst>
          <pc:docMk/>
          <pc:sldMk cId="1500403644" sldId="270"/>
        </pc:sldMkLst>
      </pc:sldChg>
      <pc:sldChg chg="add modTransition">
        <pc:chgData name="Angelica Adjei-Kwarteng" userId="c77f11bf-eba9-4795-81a2-08b472bdb5d0" providerId="ADAL" clId="{8001F4BE-39DA-40F5-8595-02569509CC38}" dt="2025-09-09T16:42:21.670" v="561"/>
        <pc:sldMkLst>
          <pc:docMk/>
          <pc:sldMk cId="12837612" sldId="271"/>
        </pc:sldMkLst>
      </pc:sldChg>
      <pc:sldChg chg="add">
        <pc:chgData name="Angelica Adjei-Kwarteng" userId="c77f11bf-eba9-4795-81a2-08b472bdb5d0" providerId="ADAL" clId="{8001F4BE-39DA-40F5-8595-02569509CC38}" dt="2025-09-11T09:26:06.507" v="574" actId="2890"/>
        <pc:sldMkLst>
          <pc:docMk/>
          <pc:sldMk cId="1180930694" sldId="272"/>
        </pc:sldMkLst>
      </pc:sldChg>
      <pc:sldChg chg="modSp add mod">
        <pc:chgData name="Angelica Adjei-Kwarteng" userId="c77f11bf-eba9-4795-81a2-08b472bdb5d0" providerId="ADAL" clId="{8001F4BE-39DA-40F5-8595-02569509CC38}" dt="2025-09-11T09:30:46.776" v="758" actId="20577"/>
        <pc:sldMkLst>
          <pc:docMk/>
          <pc:sldMk cId="3751004685" sldId="273"/>
        </pc:sldMkLst>
        <pc:spChg chg="mod">
          <ac:chgData name="Angelica Adjei-Kwarteng" userId="c77f11bf-eba9-4795-81a2-08b472bdb5d0" providerId="ADAL" clId="{8001F4BE-39DA-40F5-8595-02569509CC38}" dt="2025-09-11T09:30:46.776" v="758" actId="20577"/>
          <ac:spMkLst>
            <pc:docMk/>
            <pc:sldMk cId="3751004685" sldId="273"/>
            <ac:spMk id="6" creationId="{3E4B19BB-0236-13D3-B16B-ECC5D47BA788}"/>
          </ac:spMkLst>
        </pc:spChg>
      </pc:sldChg>
      <pc:sldChg chg="modSp add mod">
        <pc:chgData name="Angelica Adjei-Kwarteng" userId="c77f11bf-eba9-4795-81a2-08b472bdb5d0" providerId="ADAL" clId="{8001F4BE-39DA-40F5-8595-02569509CC38}" dt="2025-09-11T09:48:14.617" v="960" actId="20577"/>
        <pc:sldMkLst>
          <pc:docMk/>
          <pc:sldMk cId="3487931832" sldId="274"/>
        </pc:sldMkLst>
        <pc:spChg chg="mod">
          <ac:chgData name="Angelica Adjei-Kwarteng" userId="c77f11bf-eba9-4795-81a2-08b472bdb5d0" providerId="ADAL" clId="{8001F4BE-39DA-40F5-8595-02569509CC38}" dt="2025-09-11T09:48:14.617" v="960" actId="20577"/>
          <ac:spMkLst>
            <pc:docMk/>
            <pc:sldMk cId="3487931832" sldId="274"/>
            <ac:spMk id="6" creationId="{5C8D8650-D1DC-3E23-F78B-B852B486D45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19D117-A765-4C35-9F4F-F1BAAF7448D8}" type="datetimeFigureOut">
              <a:rPr lang="en-US" smtClean="0"/>
              <a:t>9/11/2025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4563E0-33C4-4DF4-ADD7-F9A99F9396BC}" type="slidenum">
              <a:rPr lang="en-US" smtClean="0"/>
              <a:t>‹#›</a:t>
            </a:fld>
            <a:endParaRPr lang="en-US"/>
          </a:p>
        </p:txBody>
      </p:sp>
    </p:spTree>
    <p:extLst>
      <p:ext uri="{BB962C8B-B14F-4D97-AF65-F5344CB8AC3E}">
        <p14:creationId xmlns:p14="http://schemas.microsoft.com/office/powerpoint/2010/main" val="42058956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4563E0-33C4-4DF4-ADD7-F9A99F9396BC}" type="slidenum">
              <a:rPr lang="en-US" smtClean="0"/>
              <a:t>2</a:t>
            </a:fld>
            <a:endParaRPr lang="en-US"/>
          </a:p>
        </p:txBody>
      </p:sp>
    </p:spTree>
    <p:extLst>
      <p:ext uri="{BB962C8B-B14F-4D97-AF65-F5344CB8AC3E}">
        <p14:creationId xmlns:p14="http://schemas.microsoft.com/office/powerpoint/2010/main" val="42805934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D23A5-4382-2A77-8918-44DADF012D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5751BF-E471-1223-E01A-54C8AB8FE4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5153FB-9AE1-C051-109F-5CF9883CEE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70BD2A-11FD-4A9A-1363-F5EC0EDB02D5}"/>
              </a:ext>
            </a:extLst>
          </p:cNvPr>
          <p:cNvSpPr>
            <a:spLocks noGrp="1"/>
          </p:cNvSpPr>
          <p:nvPr>
            <p:ph type="sldNum" sz="quarter" idx="5"/>
          </p:nvPr>
        </p:nvSpPr>
        <p:spPr/>
        <p:txBody>
          <a:bodyPr/>
          <a:lstStyle/>
          <a:p>
            <a:fld id="{844563E0-33C4-4DF4-ADD7-F9A99F9396BC}" type="slidenum">
              <a:rPr lang="en-US" smtClean="0"/>
              <a:t>3</a:t>
            </a:fld>
            <a:endParaRPr lang="en-US"/>
          </a:p>
        </p:txBody>
      </p:sp>
    </p:spTree>
    <p:extLst>
      <p:ext uri="{BB962C8B-B14F-4D97-AF65-F5344CB8AC3E}">
        <p14:creationId xmlns:p14="http://schemas.microsoft.com/office/powerpoint/2010/main" val="3568634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78B38-97B3-68E2-D245-5DD791EAE9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40594A-E9E8-CB53-DCD2-6471623E4D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23B850-C4FD-4ED4-5197-50436FA2F74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72DF59-E4F1-C286-2D77-A28BC306B76B}"/>
              </a:ext>
            </a:extLst>
          </p:cNvPr>
          <p:cNvSpPr>
            <a:spLocks noGrp="1"/>
          </p:cNvSpPr>
          <p:nvPr>
            <p:ph type="sldNum" sz="quarter" idx="5"/>
          </p:nvPr>
        </p:nvSpPr>
        <p:spPr/>
        <p:txBody>
          <a:bodyPr/>
          <a:lstStyle/>
          <a:p>
            <a:fld id="{844563E0-33C4-4DF4-ADD7-F9A99F9396BC}" type="slidenum">
              <a:rPr lang="en-US" smtClean="0"/>
              <a:t>4</a:t>
            </a:fld>
            <a:endParaRPr lang="en-US"/>
          </a:p>
        </p:txBody>
      </p:sp>
    </p:spTree>
    <p:extLst>
      <p:ext uri="{BB962C8B-B14F-4D97-AF65-F5344CB8AC3E}">
        <p14:creationId xmlns:p14="http://schemas.microsoft.com/office/powerpoint/2010/main" val="3170188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1ED8D-CF50-0524-2002-EE91F9CD4B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E1F2F4-8B33-66D3-34B9-4098D0D315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E35205-0217-2F25-6348-3FDAF2BE84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4A9E71-CB2A-4117-2AF6-5394CC0440CA}"/>
              </a:ext>
            </a:extLst>
          </p:cNvPr>
          <p:cNvSpPr>
            <a:spLocks noGrp="1"/>
          </p:cNvSpPr>
          <p:nvPr>
            <p:ph type="sldNum" sz="quarter" idx="5"/>
          </p:nvPr>
        </p:nvSpPr>
        <p:spPr/>
        <p:txBody>
          <a:bodyPr/>
          <a:lstStyle/>
          <a:p>
            <a:fld id="{844563E0-33C4-4DF4-ADD7-F9A99F9396BC}" type="slidenum">
              <a:rPr lang="en-US" smtClean="0"/>
              <a:t>5</a:t>
            </a:fld>
            <a:endParaRPr lang="en-US"/>
          </a:p>
        </p:txBody>
      </p:sp>
    </p:spTree>
    <p:extLst>
      <p:ext uri="{BB962C8B-B14F-4D97-AF65-F5344CB8AC3E}">
        <p14:creationId xmlns:p14="http://schemas.microsoft.com/office/powerpoint/2010/main" val="33408699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E24A5-2D52-E10C-2393-9E01E2CC91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BB79DA-889A-84D2-59A7-2AAF0E72C8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F56009-222C-7A7F-2ACF-B18D393FF7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C54E45-BDE7-6B1C-5DA9-5966ED9E0B86}"/>
              </a:ext>
            </a:extLst>
          </p:cNvPr>
          <p:cNvSpPr>
            <a:spLocks noGrp="1"/>
          </p:cNvSpPr>
          <p:nvPr>
            <p:ph type="sldNum" sz="quarter" idx="5"/>
          </p:nvPr>
        </p:nvSpPr>
        <p:spPr/>
        <p:txBody>
          <a:bodyPr/>
          <a:lstStyle/>
          <a:p>
            <a:fld id="{844563E0-33C4-4DF4-ADD7-F9A99F9396BC}" type="slidenum">
              <a:rPr lang="en-US" smtClean="0"/>
              <a:t>6</a:t>
            </a:fld>
            <a:endParaRPr lang="en-US"/>
          </a:p>
        </p:txBody>
      </p:sp>
    </p:spTree>
    <p:extLst>
      <p:ext uri="{BB962C8B-B14F-4D97-AF65-F5344CB8AC3E}">
        <p14:creationId xmlns:p14="http://schemas.microsoft.com/office/powerpoint/2010/main" val="1891149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D2021-14F6-2FB0-1ECC-D28F19FAC7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EC50F8-AAB5-53A2-6080-A1040176C7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923AC5-59D5-3775-EA85-43BF8167AF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5571A9-8412-13C3-28BC-BB24A543E332}"/>
              </a:ext>
            </a:extLst>
          </p:cNvPr>
          <p:cNvSpPr>
            <a:spLocks noGrp="1"/>
          </p:cNvSpPr>
          <p:nvPr>
            <p:ph type="sldNum" sz="quarter" idx="5"/>
          </p:nvPr>
        </p:nvSpPr>
        <p:spPr/>
        <p:txBody>
          <a:bodyPr/>
          <a:lstStyle/>
          <a:p>
            <a:fld id="{844563E0-33C4-4DF4-ADD7-F9A99F9396BC}" type="slidenum">
              <a:rPr lang="en-US" smtClean="0"/>
              <a:t>7</a:t>
            </a:fld>
            <a:endParaRPr lang="en-US"/>
          </a:p>
        </p:txBody>
      </p:sp>
    </p:spTree>
    <p:extLst>
      <p:ext uri="{BB962C8B-B14F-4D97-AF65-F5344CB8AC3E}">
        <p14:creationId xmlns:p14="http://schemas.microsoft.com/office/powerpoint/2010/main" val="15456463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24527-6D30-F4DF-454F-533B3C2231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3C8704-EA26-1C0D-BCA0-B71888FFD0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EC090E-BD12-57C6-737F-34C609C3C2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09711A-8510-A200-63C3-1231FB9B2AB4}"/>
              </a:ext>
            </a:extLst>
          </p:cNvPr>
          <p:cNvSpPr>
            <a:spLocks noGrp="1"/>
          </p:cNvSpPr>
          <p:nvPr>
            <p:ph type="sldNum" sz="quarter" idx="5"/>
          </p:nvPr>
        </p:nvSpPr>
        <p:spPr/>
        <p:txBody>
          <a:bodyPr/>
          <a:lstStyle/>
          <a:p>
            <a:fld id="{844563E0-33C4-4DF4-ADD7-F9A99F9396BC}" type="slidenum">
              <a:rPr lang="en-US" smtClean="0"/>
              <a:t>8</a:t>
            </a:fld>
            <a:endParaRPr lang="en-US"/>
          </a:p>
        </p:txBody>
      </p:sp>
    </p:spTree>
    <p:extLst>
      <p:ext uri="{BB962C8B-B14F-4D97-AF65-F5344CB8AC3E}">
        <p14:creationId xmlns:p14="http://schemas.microsoft.com/office/powerpoint/2010/main" val="25313857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45EA2-6AA4-EE97-3A38-73698E703D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81367B-9D67-1B3E-14C1-52F1E25B3E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D3AD47-1382-29EA-38D6-AEB40D8307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D90E84-A02A-2207-141C-2C3F1CBF9E91}"/>
              </a:ext>
            </a:extLst>
          </p:cNvPr>
          <p:cNvSpPr>
            <a:spLocks noGrp="1"/>
          </p:cNvSpPr>
          <p:nvPr>
            <p:ph type="sldNum" sz="quarter" idx="5"/>
          </p:nvPr>
        </p:nvSpPr>
        <p:spPr/>
        <p:txBody>
          <a:bodyPr/>
          <a:lstStyle/>
          <a:p>
            <a:fld id="{844563E0-33C4-4DF4-ADD7-F9A99F9396BC}" type="slidenum">
              <a:rPr lang="en-US" smtClean="0"/>
              <a:t>9</a:t>
            </a:fld>
            <a:endParaRPr lang="en-US"/>
          </a:p>
        </p:txBody>
      </p:sp>
    </p:spTree>
    <p:extLst>
      <p:ext uri="{BB962C8B-B14F-4D97-AF65-F5344CB8AC3E}">
        <p14:creationId xmlns:p14="http://schemas.microsoft.com/office/powerpoint/2010/main" val="24987308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88CEE-FEE9-4839-73D7-17E555820D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68F91D-39CD-771F-B208-CD33637C11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FBE746-7DE2-8F42-05EC-A4A5055882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A9C458-BC93-D952-56D5-04C4970F9499}"/>
              </a:ext>
            </a:extLst>
          </p:cNvPr>
          <p:cNvSpPr>
            <a:spLocks noGrp="1"/>
          </p:cNvSpPr>
          <p:nvPr>
            <p:ph type="sldNum" sz="quarter" idx="5"/>
          </p:nvPr>
        </p:nvSpPr>
        <p:spPr/>
        <p:txBody>
          <a:bodyPr/>
          <a:lstStyle/>
          <a:p>
            <a:fld id="{844563E0-33C4-4DF4-ADD7-F9A99F9396BC}" type="slidenum">
              <a:rPr lang="en-US" smtClean="0"/>
              <a:t>10</a:t>
            </a:fld>
            <a:endParaRPr lang="en-US"/>
          </a:p>
        </p:txBody>
      </p:sp>
    </p:spTree>
    <p:extLst>
      <p:ext uri="{BB962C8B-B14F-4D97-AF65-F5344CB8AC3E}">
        <p14:creationId xmlns:p14="http://schemas.microsoft.com/office/powerpoint/2010/main" val="29366151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970E9-A85F-F260-3F41-072AE0DCEC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7D26FF-F7F8-63D3-EF2C-4C9EED9D40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9874AD-6A5B-1A19-394D-7C04E0C6A5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5FB241-F31C-950B-5064-75945039DB26}"/>
              </a:ext>
            </a:extLst>
          </p:cNvPr>
          <p:cNvSpPr>
            <a:spLocks noGrp="1"/>
          </p:cNvSpPr>
          <p:nvPr>
            <p:ph type="sldNum" sz="quarter" idx="5"/>
          </p:nvPr>
        </p:nvSpPr>
        <p:spPr/>
        <p:txBody>
          <a:bodyPr/>
          <a:lstStyle/>
          <a:p>
            <a:fld id="{844563E0-33C4-4DF4-ADD7-F9A99F9396BC}" type="slidenum">
              <a:rPr lang="en-US" smtClean="0"/>
              <a:t>11</a:t>
            </a:fld>
            <a:endParaRPr lang="en-US"/>
          </a:p>
        </p:txBody>
      </p:sp>
    </p:spTree>
    <p:extLst>
      <p:ext uri="{BB962C8B-B14F-4D97-AF65-F5344CB8AC3E}">
        <p14:creationId xmlns:p14="http://schemas.microsoft.com/office/powerpoint/2010/main" val="30812213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E95C9-AD87-B8A3-E8D4-34D73C5164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5D9BAF-4791-0FC6-41FA-52B2EBD2F8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8B0A54-2FDE-5F48-A1A7-EAF0532F91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9988F0-8750-001B-CCD7-BEEDE6AA2BAC}"/>
              </a:ext>
            </a:extLst>
          </p:cNvPr>
          <p:cNvSpPr>
            <a:spLocks noGrp="1"/>
          </p:cNvSpPr>
          <p:nvPr>
            <p:ph type="sldNum" sz="quarter" idx="5"/>
          </p:nvPr>
        </p:nvSpPr>
        <p:spPr/>
        <p:txBody>
          <a:bodyPr/>
          <a:lstStyle/>
          <a:p>
            <a:fld id="{844563E0-33C4-4DF4-ADD7-F9A99F9396BC}" type="slidenum">
              <a:rPr lang="en-US" smtClean="0"/>
              <a:t>12</a:t>
            </a:fld>
            <a:endParaRPr lang="en-US"/>
          </a:p>
        </p:txBody>
      </p:sp>
    </p:spTree>
    <p:extLst>
      <p:ext uri="{BB962C8B-B14F-4D97-AF65-F5344CB8AC3E}">
        <p14:creationId xmlns:p14="http://schemas.microsoft.com/office/powerpoint/2010/main" val="4505523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2670A-E3A4-D71D-0001-CEE6EE065C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A25A58-DD2C-32C9-5E9B-F0E61E1627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E9C351-07E3-D479-E81F-FE16104397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7C5952-6CD3-FC30-7FE2-222BD1713F2C}"/>
              </a:ext>
            </a:extLst>
          </p:cNvPr>
          <p:cNvSpPr>
            <a:spLocks noGrp="1"/>
          </p:cNvSpPr>
          <p:nvPr>
            <p:ph type="sldNum" sz="quarter" idx="5"/>
          </p:nvPr>
        </p:nvSpPr>
        <p:spPr/>
        <p:txBody>
          <a:bodyPr/>
          <a:lstStyle/>
          <a:p>
            <a:fld id="{844563E0-33C4-4DF4-ADD7-F9A99F9396BC}" type="slidenum">
              <a:rPr lang="en-US" smtClean="0"/>
              <a:t>13</a:t>
            </a:fld>
            <a:endParaRPr lang="en-US"/>
          </a:p>
        </p:txBody>
      </p:sp>
    </p:spTree>
    <p:extLst>
      <p:ext uri="{BB962C8B-B14F-4D97-AF65-F5344CB8AC3E}">
        <p14:creationId xmlns:p14="http://schemas.microsoft.com/office/powerpoint/2010/main" val="1868246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85F80-7EED-8D44-E052-7469310848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800E2C-2C8B-91BD-8A0A-8F2D4B3CE9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D87910-32C0-9446-B5D3-B146C2B298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17611F-B5B5-F20F-4C55-CBC28D09135D}"/>
              </a:ext>
            </a:extLst>
          </p:cNvPr>
          <p:cNvSpPr>
            <a:spLocks noGrp="1"/>
          </p:cNvSpPr>
          <p:nvPr>
            <p:ph type="sldNum" sz="quarter" idx="5"/>
          </p:nvPr>
        </p:nvSpPr>
        <p:spPr/>
        <p:txBody>
          <a:bodyPr/>
          <a:lstStyle/>
          <a:p>
            <a:fld id="{844563E0-33C4-4DF4-ADD7-F9A99F9396BC}" type="slidenum">
              <a:rPr lang="en-US" smtClean="0"/>
              <a:t>14</a:t>
            </a:fld>
            <a:endParaRPr lang="en-US"/>
          </a:p>
        </p:txBody>
      </p:sp>
    </p:spTree>
    <p:extLst>
      <p:ext uri="{BB962C8B-B14F-4D97-AF65-F5344CB8AC3E}">
        <p14:creationId xmlns:p14="http://schemas.microsoft.com/office/powerpoint/2010/main" val="39676044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799A3-C48D-EA42-57A3-0B2AEA6263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22D7D5-C0BC-63FB-DC47-33FE5B3BCC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4F069C-209C-2423-0404-5214AF30D8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F9BBE1-E1C4-6ACE-5756-802D75E872CC}"/>
              </a:ext>
            </a:extLst>
          </p:cNvPr>
          <p:cNvSpPr>
            <a:spLocks noGrp="1"/>
          </p:cNvSpPr>
          <p:nvPr>
            <p:ph type="sldNum" sz="quarter" idx="5"/>
          </p:nvPr>
        </p:nvSpPr>
        <p:spPr/>
        <p:txBody>
          <a:bodyPr/>
          <a:lstStyle/>
          <a:p>
            <a:fld id="{844563E0-33C4-4DF4-ADD7-F9A99F9396BC}" type="slidenum">
              <a:rPr lang="en-US" smtClean="0"/>
              <a:t>15</a:t>
            </a:fld>
            <a:endParaRPr lang="en-US"/>
          </a:p>
        </p:txBody>
      </p:sp>
    </p:spTree>
    <p:extLst>
      <p:ext uri="{BB962C8B-B14F-4D97-AF65-F5344CB8AC3E}">
        <p14:creationId xmlns:p14="http://schemas.microsoft.com/office/powerpoint/2010/main" val="22968210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6E46A-46E4-2FCB-2E4D-4A088DA4C4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2A3F7A-B7E3-E13E-1F45-39B1336FC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4646CF-A7D8-3883-79EC-4917C331C7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A60BC0-1A35-398C-2118-9D84ABA00B03}"/>
              </a:ext>
            </a:extLst>
          </p:cNvPr>
          <p:cNvSpPr>
            <a:spLocks noGrp="1"/>
          </p:cNvSpPr>
          <p:nvPr>
            <p:ph type="sldNum" sz="quarter" idx="5"/>
          </p:nvPr>
        </p:nvSpPr>
        <p:spPr/>
        <p:txBody>
          <a:bodyPr/>
          <a:lstStyle/>
          <a:p>
            <a:fld id="{844563E0-33C4-4DF4-ADD7-F9A99F9396BC}" type="slidenum">
              <a:rPr lang="en-US" smtClean="0"/>
              <a:t>16</a:t>
            </a:fld>
            <a:endParaRPr lang="en-US"/>
          </a:p>
        </p:txBody>
      </p:sp>
    </p:spTree>
    <p:extLst>
      <p:ext uri="{BB962C8B-B14F-4D97-AF65-F5344CB8AC3E}">
        <p14:creationId xmlns:p14="http://schemas.microsoft.com/office/powerpoint/2010/main" val="8758612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1AECA-4A4D-BC71-36CC-BE8105F223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9C16C86-6A1E-A064-F656-B554095D5D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2B33F0-ADAF-8799-6B5B-47E8A9ED20E4}"/>
              </a:ext>
            </a:extLst>
          </p:cNvPr>
          <p:cNvSpPr>
            <a:spLocks noGrp="1"/>
          </p:cNvSpPr>
          <p:nvPr>
            <p:ph type="dt" sz="half" idx="10"/>
          </p:nvPr>
        </p:nvSpPr>
        <p:spPr/>
        <p:txBody>
          <a:bodyPr/>
          <a:lstStyle/>
          <a:p>
            <a:fld id="{3530AEDC-6943-4DC2-8ACE-CE10207EAC66}" type="datetimeFigureOut">
              <a:rPr lang="en-US" smtClean="0"/>
              <a:t>9/11/2025</a:t>
            </a:fld>
            <a:endParaRPr lang="en-US"/>
          </a:p>
        </p:txBody>
      </p:sp>
      <p:sp>
        <p:nvSpPr>
          <p:cNvPr id="5" name="Footer Placeholder 4">
            <a:extLst>
              <a:ext uri="{FF2B5EF4-FFF2-40B4-BE49-F238E27FC236}">
                <a16:creationId xmlns:a16="http://schemas.microsoft.com/office/drawing/2014/main" id="{1EC8A73C-FE0A-F664-F33A-8CEC3BC022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53ADF0-1436-D08A-FAF7-3B22058CAF3F}"/>
              </a:ext>
            </a:extLst>
          </p:cNvPr>
          <p:cNvSpPr>
            <a:spLocks noGrp="1"/>
          </p:cNvSpPr>
          <p:nvPr>
            <p:ph type="sldNum" sz="quarter" idx="12"/>
          </p:nvPr>
        </p:nvSpPr>
        <p:spPr/>
        <p:txBody>
          <a:bodyPr/>
          <a:lstStyle/>
          <a:p>
            <a:fld id="{A32B53AA-1A85-4217-B503-85F80D46746C}" type="slidenum">
              <a:rPr lang="en-US" smtClean="0"/>
              <a:t>‹#›</a:t>
            </a:fld>
            <a:endParaRPr lang="en-US"/>
          </a:p>
        </p:txBody>
      </p:sp>
    </p:spTree>
    <p:extLst>
      <p:ext uri="{BB962C8B-B14F-4D97-AF65-F5344CB8AC3E}">
        <p14:creationId xmlns:p14="http://schemas.microsoft.com/office/powerpoint/2010/main" val="28538982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DDE43-B67A-98AA-C013-BA148E9996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978120-6F97-0F82-666F-68BE6971DA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F1B0D9-0D80-FBD2-C25D-E6BBA8A35501}"/>
              </a:ext>
            </a:extLst>
          </p:cNvPr>
          <p:cNvSpPr>
            <a:spLocks noGrp="1"/>
          </p:cNvSpPr>
          <p:nvPr>
            <p:ph type="dt" sz="half" idx="10"/>
          </p:nvPr>
        </p:nvSpPr>
        <p:spPr/>
        <p:txBody>
          <a:bodyPr/>
          <a:lstStyle/>
          <a:p>
            <a:fld id="{3530AEDC-6943-4DC2-8ACE-CE10207EAC66}" type="datetimeFigureOut">
              <a:rPr lang="en-US" smtClean="0"/>
              <a:t>9/11/2025</a:t>
            </a:fld>
            <a:endParaRPr lang="en-US"/>
          </a:p>
        </p:txBody>
      </p:sp>
      <p:sp>
        <p:nvSpPr>
          <p:cNvPr id="5" name="Footer Placeholder 4">
            <a:extLst>
              <a:ext uri="{FF2B5EF4-FFF2-40B4-BE49-F238E27FC236}">
                <a16:creationId xmlns:a16="http://schemas.microsoft.com/office/drawing/2014/main" id="{84B3A4D1-9AFB-34E8-E74C-FAA55987EE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E8C661-79B6-637A-BC23-D630BD8015E4}"/>
              </a:ext>
            </a:extLst>
          </p:cNvPr>
          <p:cNvSpPr>
            <a:spLocks noGrp="1"/>
          </p:cNvSpPr>
          <p:nvPr>
            <p:ph type="sldNum" sz="quarter" idx="12"/>
          </p:nvPr>
        </p:nvSpPr>
        <p:spPr/>
        <p:txBody>
          <a:bodyPr/>
          <a:lstStyle/>
          <a:p>
            <a:fld id="{A32B53AA-1A85-4217-B503-85F80D46746C}" type="slidenum">
              <a:rPr lang="en-US" smtClean="0"/>
              <a:t>‹#›</a:t>
            </a:fld>
            <a:endParaRPr lang="en-US"/>
          </a:p>
        </p:txBody>
      </p:sp>
    </p:spTree>
    <p:extLst>
      <p:ext uri="{BB962C8B-B14F-4D97-AF65-F5344CB8AC3E}">
        <p14:creationId xmlns:p14="http://schemas.microsoft.com/office/powerpoint/2010/main" val="36917221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A0A9E-41B7-76C9-AE56-BFD1ABBD12A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33578B2-DDC6-FE41-B24F-2153ABC07BD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AC204B-4D0E-FCE4-6312-0BD65305C543}"/>
              </a:ext>
            </a:extLst>
          </p:cNvPr>
          <p:cNvSpPr>
            <a:spLocks noGrp="1"/>
          </p:cNvSpPr>
          <p:nvPr>
            <p:ph type="dt" sz="half" idx="10"/>
          </p:nvPr>
        </p:nvSpPr>
        <p:spPr/>
        <p:txBody>
          <a:bodyPr/>
          <a:lstStyle/>
          <a:p>
            <a:fld id="{3530AEDC-6943-4DC2-8ACE-CE10207EAC66}" type="datetimeFigureOut">
              <a:rPr lang="en-US" smtClean="0"/>
              <a:t>9/11/2025</a:t>
            </a:fld>
            <a:endParaRPr lang="en-US"/>
          </a:p>
        </p:txBody>
      </p:sp>
      <p:sp>
        <p:nvSpPr>
          <p:cNvPr id="5" name="Footer Placeholder 4">
            <a:extLst>
              <a:ext uri="{FF2B5EF4-FFF2-40B4-BE49-F238E27FC236}">
                <a16:creationId xmlns:a16="http://schemas.microsoft.com/office/drawing/2014/main" id="{11240BA0-C055-F458-D923-4824DCB1F8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C67D20-60B8-E99D-752E-F8CFDBF44B76}"/>
              </a:ext>
            </a:extLst>
          </p:cNvPr>
          <p:cNvSpPr>
            <a:spLocks noGrp="1"/>
          </p:cNvSpPr>
          <p:nvPr>
            <p:ph type="sldNum" sz="quarter" idx="12"/>
          </p:nvPr>
        </p:nvSpPr>
        <p:spPr/>
        <p:txBody>
          <a:bodyPr/>
          <a:lstStyle/>
          <a:p>
            <a:fld id="{A32B53AA-1A85-4217-B503-85F80D46746C}" type="slidenum">
              <a:rPr lang="en-US" smtClean="0"/>
              <a:t>‹#›</a:t>
            </a:fld>
            <a:endParaRPr lang="en-US"/>
          </a:p>
        </p:txBody>
      </p:sp>
    </p:spTree>
    <p:extLst>
      <p:ext uri="{BB962C8B-B14F-4D97-AF65-F5344CB8AC3E}">
        <p14:creationId xmlns:p14="http://schemas.microsoft.com/office/powerpoint/2010/main" val="14360392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A26A8-41E3-8871-1755-1C35325FE0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2D750C-F845-60AE-43C5-2E5B34D964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05A00AE-199E-1B03-06E3-79D2C0FD4C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5DB8A98-0D0D-31F8-7241-ADC17600CFD5}"/>
              </a:ext>
            </a:extLst>
          </p:cNvPr>
          <p:cNvSpPr>
            <a:spLocks noGrp="1"/>
          </p:cNvSpPr>
          <p:nvPr>
            <p:ph type="dt" sz="half" idx="10"/>
          </p:nvPr>
        </p:nvSpPr>
        <p:spPr/>
        <p:txBody>
          <a:bodyPr/>
          <a:lstStyle/>
          <a:p>
            <a:fld id="{3530AEDC-6943-4DC2-8ACE-CE10207EAC66}" type="datetimeFigureOut">
              <a:rPr lang="en-US" smtClean="0"/>
              <a:t>9/11/2025</a:t>
            </a:fld>
            <a:endParaRPr lang="en-US"/>
          </a:p>
        </p:txBody>
      </p:sp>
      <p:sp>
        <p:nvSpPr>
          <p:cNvPr id="6" name="Footer Placeholder 5">
            <a:extLst>
              <a:ext uri="{FF2B5EF4-FFF2-40B4-BE49-F238E27FC236}">
                <a16:creationId xmlns:a16="http://schemas.microsoft.com/office/drawing/2014/main" id="{5C82EFC0-2F7C-05C6-21FE-B3897EA4B7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0DC052-EFB5-FFB1-8145-6F3343AE009E}"/>
              </a:ext>
            </a:extLst>
          </p:cNvPr>
          <p:cNvSpPr>
            <a:spLocks noGrp="1"/>
          </p:cNvSpPr>
          <p:nvPr>
            <p:ph type="sldNum" sz="quarter" idx="12"/>
          </p:nvPr>
        </p:nvSpPr>
        <p:spPr/>
        <p:txBody>
          <a:bodyPr/>
          <a:lstStyle/>
          <a:p>
            <a:fld id="{A32B53AA-1A85-4217-B503-85F80D46746C}" type="slidenum">
              <a:rPr lang="en-US" smtClean="0"/>
              <a:t>‹#›</a:t>
            </a:fld>
            <a:endParaRPr lang="en-US"/>
          </a:p>
        </p:txBody>
      </p:sp>
    </p:spTree>
    <p:extLst>
      <p:ext uri="{BB962C8B-B14F-4D97-AF65-F5344CB8AC3E}">
        <p14:creationId xmlns:p14="http://schemas.microsoft.com/office/powerpoint/2010/main" val="248650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0C823-D73B-86CD-FFC5-4581F3BEC31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A774F9-7BA0-1AFF-CA7D-4369C2D710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9C66293-5A50-B055-17C5-33DF8C2E5B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6F69C7A-3D6B-4B7C-7C6A-1C41E53215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D717E2E-CA00-2EDB-E822-51C9FFE3AFA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F1F6901-AE8B-6C2F-1CD2-27EB380EBFEC}"/>
              </a:ext>
            </a:extLst>
          </p:cNvPr>
          <p:cNvSpPr>
            <a:spLocks noGrp="1"/>
          </p:cNvSpPr>
          <p:nvPr>
            <p:ph type="dt" sz="half" idx="10"/>
          </p:nvPr>
        </p:nvSpPr>
        <p:spPr/>
        <p:txBody>
          <a:bodyPr/>
          <a:lstStyle/>
          <a:p>
            <a:fld id="{3530AEDC-6943-4DC2-8ACE-CE10207EAC66}" type="datetimeFigureOut">
              <a:rPr lang="en-US" smtClean="0"/>
              <a:t>9/11/2025</a:t>
            </a:fld>
            <a:endParaRPr lang="en-US"/>
          </a:p>
        </p:txBody>
      </p:sp>
      <p:sp>
        <p:nvSpPr>
          <p:cNvPr id="8" name="Footer Placeholder 7">
            <a:extLst>
              <a:ext uri="{FF2B5EF4-FFF2-40B4-BE49-F238E27FC236}">
                <a16:creationId xmlns:a16="http://schemas.microsoft.com/office/drawing/2014/main" id="{99A8389D-3C3F-39CB-D294-608F33C1E8F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19F15E0-C48D-270E-8384-DBA671F835AA}"/>
              </a:ext>
            </a:extLst>
          </p:cNvPr>
          <p:cNvSpPr>
            <a:spLocks noGrp="1"/>
          </p:cNvSpPr>
          <p:nvPr>
            <p:ph type="sldNum" sz="quarter" idx="12"/>
          </p:nvPr>
        </p:nvSpPr>
        <p:spPr/>
        <p:txBody>
          <a:bodyPr/>
          <a:lstStyle/>
          <a:p>
            <a:fld id="{A32B53AA-1A85-4217-B503-85F80D46746C}" type="slidenum">
              <a:rPr lang="en-US" smtClean="0"/>
              <a:t>‹#›</a:t>
            </a:fld>
            <a:endParaRPr lang="en-US"/>
          </a:p>
        </p:txBody>
      </p:sp>
    </p:spTree>
    <p:extLst>
      <p:ext uri="{BB962C8B-B14F-4D97-AF65-F5344CB8AC3E}">
        <p14:creationId xmlns:p14="http://schemas.microsoft.com/office/powerpoint/2010/main" val="3409490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CC254-2B44-F331-394C-4D1DFB0FD1B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CA7B9C7-1008-5C1B-449A-6A1C01214A0C}"/>
              </a:ext>
            </a:extLst>
          </p:cNvPr>
          <p:cNvSpPr>
            <a:spLocks noGrp="1"/>
          </p:cNvSpPr>
          <p:nvPr>
            <p:ph type="dt" sz="half" idx="10"/>
          </p:nvPr>
        </p:nvSpPr>
        <p:spPr/>
        <p:txBody>
          <a:bodyPr/>
          <a:lstStyle/>
          <a:p>
            <a:fld id="{3530AEDC-6943-4DC2-8ACE-CE10207EAC66}" type="datetimeFigureOut">
              <a:rPr lang="en-US" smtClean="0"/>
              <a:t>9/11/2025</a:t>
            </a:fld>
            <a:endParaRPr lang="en-US"/>
          </a:p>
        </p:txBody>
      </p:sp>
      <p:sp>
        <p:nvSpPr>
          <p:cNvPr id="4" name="Footer Placeholder 3">
            <a:extLst>
              <a:ext uri="{FF2B5EF4-FFF2-40B4-BE49-F238E27FC236}">
                <a16:creationId xmlns:a16="http://schemas.microsoft.com/office/drawing/2014/main" id="{838597DE-BF10-9284-DF10-04DE4682831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B86A524-5A6E-C8F2-8D3D-4B292AEBB900}"/>
              </a:ext>
            </a:extLst>
          </p:cNvPr>
          <p:cNvSpPr>
            <a:spLocks noGrp="1"/>
          </p:cNvSpPr>
          <p:nvPr>
            <p:ph type="sldNum" sz="quarter" idx="12"/>
          </p:nvPr>
        </p:nvSpPr>
        <p:spPr/>
        <p:txBody>
          <a:bodyPr/>
          <a:lstStyle/>
          <a:p>
            <a:fld id="{A32B53AA-1A85-4217-B503-85F80D46746C}" type="slidenum">
              <a:rPr lang="en-US" smtClean="0"/>
              <a:t>‹#›</a:t>
            </a:fld>
            <a:endParaRPr lang="en-US"/>
          </a:p>
        </p:txBody>
      </p:sp>
    </p:spTree>
    <p:extLst>
      <p:ext uri="{BB962C8B-B14F-4D97-AF65-F5344CB8AC3E}">
        <p14:creationId xmlns:p14="http://schemas.microsoft.com/office/powerpoint/2010/main" val="4924036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B46099-690F-38B5-822E-8176405D5773}"/>
              </a:ext>
            </a:extLst>
          </p:cNvPr>
          <p:cNvSpPr>
            <a:spLocks noGrp="1"/>
          </p:cNvSpPr>
          <p:nvPr>
            <p:ph type="dt" sz="half" idx="10"/>
          </p:nvPr>
        </p:nvSpPr>
        <p:spPr/>
        <p:txBody>
          <a:bodyPr/>
          <a:lstStyle/>
          <a:p>
            <a:fld id="{3530AEDC-6943-4DC2-8ACE-CE10207EAC66}" type="datetimeFigureOut">
              <a:rPr lang="en-US" smtClean="0"/>
              <a:t>9/11/2025</a:t>
            </a:fld>
            <a:endParaRPr lang="en-US"/>
          </a:p>
        </p:txBody>
      </p:sp>
      <p:sp>
        <p:nvSpPr>
          <p:cNvPr id="3" name="Footer Placeholder 2">
            <a:extLst>
              <a:ext uri="{FF2B5EF4-FFF2-40B4-BE49-F238E27FC236}">
                <a16:creationId xmlns:a16="http://schemas.microsoft.com/office/drawing/2014/main" id="{6470FC6D-B16C-9584-28D7-2AB05D7D8A3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5D59A9-7A7B-73ED-1744-391E4F1D479F}"/>
              </a:ext>
            </a:extLst>
          </p:cNvPr>
          <p:cNvSpPr>
            <a:spLocks noGrp="1"/>
          </p:cNvSpPr>
          <p:nvPr>
            <p:ph type="sldNum" sz="quarter" idx="12"/>
          </p:nvPr>
        </p:nvSpPr>
        <p:spPr/>
        <p:txBody>
          <a:bodyPr/>
          <a:lstStyle/>
          <a:p>
            <a:fld id="{A32B53AA-1A85-4217-B503-85F80D46746C}" type="slidenum">
              <a:rPr lang="en-US" smtClean="0"/>
              <a:t>‹#›</a:t>
            </a:fld>
            <a:endParaRPr lang="en-US"/>
          </a:p>
        </p:txBody>
      </p:sp>
    </p:spTree>
    <p:extLst>
      <p:ext uri="{BB962C8B-B14F-4D97-AF65-F5344CB8AC3E}">
        <p14:creationId xmlns:p14="http://schemas.microsoft.com/office/powerpoint/2010/main" val="2479937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61CE5-6E92-6974-255F-546F13CD8A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5DCE508-B972-BD65-B5CA-E8DC1CA539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1402757-7E33-CDEB-91B9-FEA614A3E6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6FCBD8-445B-A05E-6B3C-BB4DB8DE8761}"/>
              </a:ext>
            </a:extLst>
          </p:cNvPr>
          <p:cNvSpPr>
            <a:spLocks noGrp="1"/>
          </p:cNvSpPr>
          <p:nvPr>
            <p:ph type="dt" sz="half" idx="10"/>
          </p:nvPr>
        </p:nvSpPr>
        <p:spPr/>
        <p:txBody>
          <a:bodyPr/>
          <a:lstStyle/>
          <a:p>
            <a:fld id="{3530AEDC-6943-4DC2-8ACE-CE10207EAC66}" type="datetimeFigureOut">
              <a:rPr lang="en-US" smtClean="0"/>
              <a:t>9/11/2025</a:t>
            </a:fld>
            <a:endParaRPr lang="en-US"/>
          </a:p>
        </p:txBody>
      </p:sp>
      <p:sp>
        <p:nvSpPr>
          <p:cNvPr id="6" name="Footer Placeholder 5">
            <a:extLst>
              <a:ext uri="{FF2B5EF4-FFF2-40B4-BE49-F238E27FC236}">
                <a16:creationId xmlns:a16="http://schemas.microsoft.com/office/drawing/2014/main" id="{A2C8E2A1-3952-3BFE-B084-5C9772871B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8BDEFE-EEDA-6200-8E54-91A01DAA2B3B}"/>
              </a:ext>
            </a:extLst>
          </p:cNvPr>
          <p:cNvSpPr>
            <a:spLocks noGrp="1"/>
          </p:cNvSpPr>
          <p:nvPr>
            <p:ph type="sldNum" sz="quarter" idx="12"/>
          </p:nvPr>
        </p:nvSpPr>
        <p:spPr/>
        <p:txBody>
          <a:bodyPr/>
          <a:lstStyle/>
          <a:p>
            <a:fld id="{A32B53AA-1A85-4217-B503-85F80D46746C}" type="slidenum">
              <a:rPr lang="en-US" smtClean="0"/>
              <a:t>‹#›</a:t>
            </a:fld>
            <a:endParaRPr lang="en-US"/>
          </a:p>
        </p:txBody>
      </p:sp>
    </p:spTree>
    <p:extLst>
      <p:ext uri="{BB962C8B-B14F-4D97-AF65-F5344CB8AC3E}">
        <p14:creationId xmlns:p14="http://schemas.microsoft.com/office/powerpoint/2010/main" val="24285503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EB69D-DCB1-3775-6A31-6D69F9CBE4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C7D439F-E083-2186-B711-AD7A2C0619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F5BCD16-2CA9-FBF0-407F-7FC1D6D3DD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833BA3-D4FF-8F1B-1F21-FA3ED05240AE}"/>
              </a:ext>
            </a:extLst>
          </p:cNvPr>
          <p:cNvSpPr>
            <a:spLocks noGrp="1"/>
          </p:cNvSpPr>
          <p:nvPr>
            <p:ph type="dt" sz="half" idx="10"/>
          </p:nvPr>
        </p:nvSpPr>
        <p:spPr/>
        <p:txBody>
          <a:bodyPr/>
          <a:lstStyle/>
          <a:p>
            <a:fld id="{3530AEDC-6943-4DC2-8ACE-CE10207EAC66}" type="datetimeFigureOut">
              <a:rPr lang="en-US" smtClean="0"/>
              <a:t>9/11/2025</a:t>
            </a:fld>
            <a:endParaRPr lang="en-US"/>
          </a:p>
        </p:txBody>
      </p:sp>
      <p:sp>
        <p:nvSpPr>
          <p:cNvPr id="6" name="Footer Placeholder 5">
            <a:extLst>
              <a:ext uri="{FF2B5EF4-FFF2-40B4-BE49-F238E27FC236}">
                <a16:creationId xmlns:a16="http://schemas.microsoft.com/office/drawing/2014/main" id="{0543C7C5-3F97-BF3B-78E4-32BF3A6572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B46B7E-D84A-2F38-8359-2D4FD4100C2D}"/>
              </a:ext>
            </a:extLst>
          </p:cNvPr>
          <p:cNvSpPr>
            <a:spLocks noGrp="1"/>
          </p:cNvSpPr>
          <p:nvPr>
            <p:ph type="sldNum" sz="quarter" idx="12"/>
          </p:nvPr>
        </p:nvSpPr>
        <p:spPr/>
        <p:txBody>
          <a:bodyPr/>
          <a:lstStyle/>
          <a:p>
            <a:fld id="{A32B53AA-1A85-4217-B503-85F80D46746C}" type="slidenum">
              <a:rPr lang="en-US" smtClean="0"/>
              <a:t>‹#›</a:t>
            </a:fld>
            <a:endParaRPr lang="en-US"/>
          </a:p>
        </p:txBody>
      </p:sp>
    </p:spTree>
    <p:extLst>
      <p:ext uri="{BB962C8B-B14F-4D97-AF65-F5344CB8AC3E}">
        <p14:creationId xmlns:p14="http://schemas.microsoft.com/office/powerpoint/2010/main" val="15117141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76284-2F00-369B-2C80-26FD25D3FFD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5033A98-E714-3CA4-5F0B-1DBD3CDB158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65CCC8-2C46-12A0-4B46-1BA36CD1AB7C}"/>
              </a:ext>
            </a:extLst>
          </p:cNvPr>
          <p:cNvSpPr>
            <a:spLocks noGrp="1"/>
          </p:cNvSpPr>
          <p:nvPr>
            <p:ph type="dt" sz="half" idx="10"/>
          </p:nvPr>
        </p:nvSpPr>
        <p:spPr/>
        <p:txBody>
          <a:bodyPr/>
          <a:lstStyle/>
          <a:p>
            <a:fld id="{3530AEDC-6943-4DC2-8ACE-CE10207EAC66}" type="datetimeFigureOut">
              <a:rPr lang="en-US" smtClean="0"/>
              <a:t>9/11/2025</a:t>
            </a:fld>
            <a:endParaRPr lang="en-US"/>
          </a:p>
        </p:txBody>
      </p:sp>
      <p:sp>
        <p:nvSpPr>
          <p:cNvPr id="5" name="Footer Placeholder 4">
            <a:extLst>
              <a:ext uri="{FF2B5EF4-FFF2-40B4-BE49-F238E27FC236}">
                <a16:creationId xmlns:a16="http://schemas.microsoft.com/office/drawing/2014/main" id="{D89F03EC-52C2-5843-5B79-1003200663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19129B-C005-1C6A-8333-F8F26C306885}"/>
              </a:ext>
            </a:extLst>
          </p:cNvPr>
          <p:cNvSpPr>
            <a:spLocks noGrp="1"/>
          </p:cNvSpPr>
          <p:nvPr>
            <p:ph type="sldNum" sz="quarter" idx="12"/>
          </p:nvPr>
        </p:nvSpPr>
        <p:spPr/>
        <p:txBody>
          <a:bodyPr/>
          <a:lstStyle/>
          <a:p>
            <a:fld id="{A32B53AA-1A85-4217-B503-85F80D46746C}" type="slidenum">
              <a:rPr lang="en-US" smtClean="0"/>
              <a:t>‹#›</a:t>
            </a:fld>
            <a:endParaRPr lang="en-US"/>
          </a:p>
        </p:txBody>
      </p:sp>
    </p:spTree>
    <p:extLst>
      <p:ext uri="{BB962C8B-B14F-4D97-AF65-F5344CB8AC3E}">
        <p14:creationId xmlns:p14="http://schemas.microsoft.com/office/powerpoint/2010/main" val="27279940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7567DA-FF89-B4F3-7FB9-EFF555A8538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A17E1E4-5887-C1BD-1D47-30C79422CB1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6A5A68-60B8-26B6-63FC-77F6CE9C6943}"/>
              </a:ext>
            </a:extLst>
          </p:cNvPr>
          <p:cNvSpPr>
            <a:spLocks noGrp="1"/>
          </p:cNvSpPr>
          <p:nvPr>
            <p:ph type="dt" sz="half" idx="10"/>
          </p:nvPr>
        </p:nvSpPr>
        <p:spPr/>
        <p:txBody>
          <a:bodyPr/>
          <a:lstStyle/>
          <a:p>
            <a:fld id="{3530AEDC-6943-4DC2-8ACE-CE10207EAC66}" type="datetimeFigureOut">
              <a:rPr lang="en-US" smtClean="0"/>
              <a:t>9/11/2025</a:t>
            </a:fld>
            <a:endParaRPr lang="en-US"/>
          </a:p>
        </p:txBody>
      </p:sp>
      <p:sp>
        <p:nvSpPr>
          <p:cNvPr id="5" name="Footer Placeholder 4">
            <a:extLst>
              <a:ext uri="{FF2B5EF4-FFF2-40B4-BE49-F238E27FC236}">
                <a16:creationId xmlns:a16="http://schemas.microsoft.com/office/drawing/2014/main" id="{0545FB59-EF65-1F59-59F0-20D61B3E63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922912-3F3B-9DF8-1E7B-14B59C89157A}"/>
              </a:ext>
            </a:extLst>
          </p:cNvPr>
          <p:cNvSpPr>
            <a:spLocks noGrp="1"/>
          </p:cNvSpPr>
          <p:nvPr>
            <p:ph type="sldNum" sz="quarter" idx="12"/>
          </p:nvPr>
        </p:nvSpPr>
        <p:spPr/>
        <p:txBody>
          <a:bodyPr/>
          <a:lstStyle/>
          <a:p>
            <a:fld id="{A32B53AA-1A85-4217-B503-85F80D46746C}" type="slidenum">
              <a:rPr lang="en-US" smtClean="0"/>
              <a:t>‹#›</a:t>
            </a:fld>
            <a:endParaRPr lang="en-US"/>
          </a:p>
        </p:txBody>
      </p:sp>
    </p:spTree>
    <p:extLst>
      <p:ext uri="{BB962C8B-B14F-4D97-AF65-F5344CB8AC3E}">
        <p14:creationId xmlns:p14="http://schemas.microsoft.com/office/powerpoint/2010/main" val="37365319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15000"/>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6E6CD7-F6CF-2EC4-B4C3-58D33B41CF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2434801-6163-AC3D-55A9-5A82EF0F81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1BC944-E7E7-B4D3-2D62-1D5033DD91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530AEDC-6943-4DC2-8ACE-CE10207EAC66}" type="datetimeFigureOut">
              <a:rPr lang="en-US" smtClean="0"/>
              <a:t>9/11/2025</a:t>
            </a:fld>
            <a:endParaRPr lang="en-US"/>
          </a:p>
        </p:txBody>
      </p:sp>
      <p:sp>
        <p:nvSpPr>
          <p:cNvPr id="5" name="Footer Placeholder 4">
            <a:extLst>
              <a:ext uri="{FF2B5EF4-FFF2-40B4-BE49-F238E27FC236}">
                <a16:creationId xmlns:a16="http://schemas.microsoft.com/office/drawing/2014/main" id="{33B56E9E-C004-57A4-F1E2-394009F44A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0568576-2DB2-8253-59FF-BA55ABB76B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32B53AA-1A85-4217-B503-85F80D46746C}" type="slidenum">
              <a:rPr lang="en-US" smtClean="0"/>
              <a:t>‹#›</a:t>
            </a:fld>
            <a:endParaRPr lang="en-US"/>
          </a:p>
        </p:txBody>
      </p:sp>
    </p:spTree>
    <p:extLst>
      <p:ext uri="{BB962C8B-B14F-4D97-AF65-F5344CB8AC3E}">
        <p14:creationId xmlns:p14="http://schemas.microsoft.com/office/powerpoint/2010/main" val="27195441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hyperlink" Target="https://github.com/angelicaakwarteng/Python_projects/blob/main/data_analytics/product_sales.ipynb" TargetMode="External"/><Relationship Id="rId5" Type="http://schemas.openxmlformats.org/officeDocument/2006/relationships/hyperlink" Target="https://github.com/angelicaakwarteng/SQL-projects/blob/main/product_sales_solution.sql" TargetMode="Externa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5CB06BF-0B59-37E7-7BE6-4A8122D33C03}"/>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rot="10800000">
            <a:off x="9879877" y="5304951"/>
            <a:ext cx="2312123" cy="1553049"/>
          </a:xfrm>
          <a:prstGeom prst="rect">
            <a:avLst/>
          </a:prstGeom>
          <a:effectLst>
            <a:outerShdw blurRad="76200" dir="13500000" sy="23000" kx="1200000" algn="br" rotWithShape="0">
              <a:prstClr val="black">
                <a:alpha val="20000"/>
              </a:prstClr>
            </a:outerShdw>
          </a:effectLst>
        </p:spPr>
      </p:pic>
      <p:pic>
        <p:nvPicPr>
          <p:cNvPr id="2" name="Picture 1">
            <a:extLst>
              <a:ext uri="{FF2B5EF4-FFF2-40B4-BE49-F238E27FC236}">
                <a16:creationId xmlns:a16="http://schemas.microsoft.com/office/drawing/2014/main" id="{50C98B55-B7B5-B063-F44F-CD60334DCC5B}"/>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rot="19511144">
            <a:off x="-181177" y="3654960"/>
            <a:ext cx="2492052" cy="2509869"/>
          </a:xfrm>
          <a:prstGeom prst="rect">
            <a:avLst/>
          </a:prstGeom>
          <a:effectLst>
            <a:outerShdw dist="254000" dir="7200000" algn="t" rotWithShape="0">
              <a:schemeClr val="bg1">
                <a:lumMod val="85000"/>
                <a:alpha val="40000"/>
              </a:schemeClr>
            </a:outerShdw>
          </a:effectLst>
        </p:spPr>
      </p:pic>
      <p:sp>
        <p:nvSpPr>
          <p:cNvPr id="4" name="Rectangle 3">
            <a:extLst>
              <a:ext uri="{FF2B5EF4-FFF2-40B4-BE49-F238E27FC236}">
                <a16:creationId xmlns:a16="http://schemas.microsoft.com/office/drawing/2014/main" id="{6E2D2B01-6639-2079-49E6-1DE01E09A4E8}"/>
              </a:ext>
            </a:extLst>
          </p:cNvPr>
          <p:cNvSpPr/>
          <p:nvPr/>
        </p:nvSpPr>
        <p:spPr>
          <a:xfrm>
            <a:off x="772886" y="2155371"/>
            <a:ext cx="10646228" cy="3690258"/>
          </a:xfrm>
          <a:prstGeom prst="rect">
            <a:avLst/>
          </a:prstGeom>
          <a:solidFill>
            <a:schemeClr val="bg1"/>
          </a:solidFill>
          <a:ln>
            <a:noFill/>
          </a:ln>
          <a:effectLst>
            <a:outerShdw blurRad="63500" sx="103000" sy="103000" algn="ctr" rotWithShape="0">
              <a:schemeClr val="tx1">
                <a:lumMod val="65000"/>
                <a:lumOff val="3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b="1" dirty="0">
                <a:solidFill>
                  <a:schemeClr val="tx1">
                    <a:lumMod val="75000"/>
                    <a:lumOff val="25000"/>
                  </a:schemeClr>
                </a:solidFill>
              </a:rPr>
              <a:t>Pens and Printers Sales Strategy Presentation</a:t>
            </a:r>
          </a:p>
          <a:p>
            <a:pPr algn="ctr"/>
            <a:endParaRPr lang="en-US" sz="2000" b="1" dirty="0">
              <a:solidFill>
                <a:schemeClr val="tx1">
                  <a:lumMod val="75000"/>
                  <a:lumOff val="25000"/>
                </a:schemeClr>
              </a:solidFill>
            </a:endParaRPr>
          </a:p>
          <a:p>
            <a:pPr algn="ctr"/>
            <a:r>
              <a:rPr lang="en-US" sz="1400" b="1" dirty="0">
                <a:solidFill>
                  <a:schemeClr val="tx1">
                    <a:lumMod val="50000"/>
                    <a:lumOff val="50000"/>
                  </a:schemeClr>
                </a:solidFill>
              </a:rPr>
              <a:t>By: Angelica Adjei-Kwarteng</a:t>
            </a:r>
          </a:p>
        </p:txBody>
      </p:sp>
      <p:sp>
        <p:nvSpPr>
          <p:cNvPr id="5" name="Rectangle: Rounded Corners 4">
            <a:extLst>
              <a:ext uri="{FF2B5EF4-FFF2-40B4-BE49-F238E27FC236}">
                <a16:creationId xmlns:a16="http://schemas.microsoft.com/office/drawing/2014/main" id="{FC7BF466-3810-C752-F4DD-A6C86516E887}"/>
              </a:ext>
            </a:extLst>
          </p:cNvPr>
          <p:cNvSpPr/>
          <p:nvPr/>
        </p:nvSpPr>
        <p:spPr>
          <a:xfrm>
            <a:off x="772886" y="359228"/>
            <a:ext cx="10646228" cy="957943"/>
          </a:xfrm>
          <a:prstGeom prst="roundRect">
            <a:avLst/>
          </a:prstGeom>
          <a:solidFill>
            <a:schemeClr val="bg1"/>
          </a:solidFill>
          <a:ln>
            <a:noFill/>
          </a:ln>
          <a:effectLst>
            <a:outerShdw dist="254000" dir="8100000" algn="tr" rotWithShape="0">
              <a:schemeClr val="tx2">
                <a:lumMod val="75000"/>
                <a:lumOff val="25000"/>
                <a:alpha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FF0000"/>
                </a:solidFill>
              </a:rPr>
              <a:t>DATA ANALYTICS CERTIFICATION EXAMINATION</a:t>
            </a:r>
          </a:p>
        </p:txBody>
      </p:sp>
    </p:spTree>
    <p:extLst>
      <p:ext uri="{BB962C8B-B14F-4D97-AF65-F5344CB8AC3E}">
        <p14:creationId xmlns:p14="http://schemas.microsoft.com/office/powerpoint/2010/main" val="4024760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641A7-662F-157A-C860-30BD13920500}"/>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BD09CA87-48C9-0CFD-213D-FA04F8D9BCEE}"/>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rot="19511144">
            <a:off x="-75343" y="3741974"/>
            <a:ext cx="2492052" cy="2509869"/>
          </a:xfrm>
          <a:prstGeom prst="rect">
            <a:avLst/>
          </a:prstGeom>
          <a:effectLst>
            <a:outerShdw dist="254000" dir="7200000" algn="t" rotWithShape="0">
              <a:schemeClr val="bg1">
                <a:lumMod val="85000"/>
                <a:alpha val="40000"/>
              </a:schemeClr>
            </a:outerShdw>
          </a:effectLst>
        </p:spPr>
      </p:pic>
      <p:pic>
        <p:nvPicPr>
          <p:cNvPr id="3" name="Picture 2">
            <a:extLst>
              <a:ext uri="{FF2B5EF4-FFF2-40B4-BE49-F238E27FC236}">
                <a16:creationId xmlns:a16="http://schemas.microsoft.com/office/drawing/2014/main" id="{A94E76F6-14EE-D08C-1E89-A295A43AFBBC}"/>
              </a:ext>
            </a:extLst>
          </p:cNvPr>
          <p:cNvPicPr>
            <a:picLocks noChangeAspect="1"/>
          </p:cNvPicPr>
          <p:nvPr/>
        </p:nvPicPr>
        <p:blipFill>
          <a:blip r:embed="rId4">
            <a:alphaModFix amt="25000"/>
            <a:extLst>
              <a:ext uri="{28A0092B-C50C-407E-A947-70E740481C1C}">
                <a14:useLocalDpi xmlns:a14="http://schemas.microsoft.com/office/drawing/2010/main" val="0"/>
              </a:ext>
            </a:extLst>
          </a:blip>
          <a:stretch>
            <a:fillRect/>
          </a:stretch>
        </p:blipFill>
        <p:spPr>
          <a:xfrm rot="10800000">
            <a:off x="9879877" y="5304951"/>
            <a:ext cx="2312123" cy="1553049"/>
          </a:xfrm>
          <a:prstGeom prst="rect">
            <a:avLst/>
          </a:prstGeom>
          <a:effectLst>
            <a:outerShdw blurRad="76200" dir="13500000" sy="23000" kx="1200000" algn="br" rotWithShape="0">
              <a:prstClr val="black">
                <a:alpha val="20000"/>
              </a:prstClr>
            </a:outerShdw>
          </a:effectLst>
        </p:spPr>
      </p:pic>
      <p:sp>
        <p:nvSpPr>
          <p:cNvPr id="4" name="Rectangle 3">
            <a:extLst>
              <a:ext uri="{FF2B5EF4-FFF2-40B4-BE49-F238E27FC236}">
                <a16:creationId xmlns:a16="http://schemas.microsoft.com/office/drawing/2014/main" id="{A8994967-F8D0-C80C-D94F-785BA383EC64}"/>
              </a:ext>
            </a:extLst>
          </p:cNvPr>
          <p:cNvSpPr/>
          <p:nvPr/>
        </p:nvSpPr>
        <p:spPr>
          <a:xfrm>
            <a:off x="772886" y="2155371"/>
            <a:ext cx="10646228" cy="3635829"/>
          </a:xfrm>
          <a:prstGeom prst="rect">
            <a:avLst/>
          </a:prstGeom>
          <a:solidFill>
            <a:schemeClr val="bg1"/>
          </a:solidFill>
          <a:ln>
            <a:noFill/>
          </a:ln>
          <a:effectLst>
            <a:outerShdw blurRad="63500" sx="103000" sy="103000" algn="ctr" rotWithShape="0">
              <a:schemeClr val="tx1">
                <a:lumMod val="65000"/>
                <a:lumOff val="3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1" dirty="0">
              <a:solidFill>
                <a:schemeClr val="tx1">
                  <a:lumMod val="65000"/>
                  <a:lumOff val="35000"/>
                </a:schemeClr>
              </a:solidFill>
            </a:endParaRPr>
          </a:p>
        </p:txBody>
      </p:sp>
      <p:sp>
        <p:nvSpPr>
          <p:cNvPr id="5" name="Rectangle: Rounded Corners 4">
            <a:extLst>
              <a:ext uri="{FF2B5EF4-FFF2-40B4-BE49-F238E27FC236}">
                <a16:creationId xmlns:a16="http://schemas.microsoft.com/office/drawing/2014/main" id="{5E6A76AA-C382-256A-9536-CCA8C7517FBA}"/>
              </a:ext>
            </a:extLst>
          </p:cNvPr>
          <p:cNvSpPr/>
          <p:nvPr/>
        </p:nvSpPr>
        <p:spPr>
          <a:xfrm>
            <a:off x="772886" y="359228"/>
            <a:ext cx="10646228" cy="957943"/>
          </a:xfrm>
          <a:prstGeom prst="roundRect">
            <a:avLst/>
          </a:prstGeom>
          <a:solidFill>
            <a:schemeClr val="bg1"/>
          </a:solidFill>
          <a:ln>
            <a:noFill/>
          </a:ln>
          <a:effectLst>
            <a:outerShdw dist="254000" dir="8100000" algn="tr" rotWithShape="0">
              <a:schemeClr val="tx2">
                <a:lumMod val="75000"/>
                <a:lumOff val="25000"/>
                <a:alpha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FF0000"/>
                </a:solidFill>
              </a:rPr>
              <a:t>PROJECT OBJECTIVE</a:t>
            </a:r>
          </a:p>
        </p:txBody>
      </p:sp>
      <p:sp>
        <p:nvSpPr>
          <p:cNvPr id="6" name="Oval 5">
            <a:extLst>
              <a:ext uri="{FF2B5EF4-FFF2-40B4-BE49-F238E27FC236}">
                <a16:creationId xmlns:a16="http://schemas.microsoft.com/office/drawing/2014/main" id="{D8BA85D6-1F41-5F68-14F4-54415CDF15C4}"/>
              </a:ext>
            </a:extLst>
          </p:cNvPr>
          <p:cNvSpPr/>
          <p:nvPr/>
        </p:nvSpPr>
        <p:spPr>
          <a:xfrm>
            <a:off x="5595258" y="2471057"/>
            <a:ext cx="772885" cy="674914"/>
          </a:xfrm>
          <a:prstGeom prst="ellipse">
            <a:avLst/>
          </a:prstGeom>
          <a:effectLst>
            <a:glow rad="63500">
              <a:schemeClr val="accent2">
                <a:satMod val="175000"/>
                <a:alpha val="40000"/>
              </a:schemeClr>
            </a:glow>
          </a:effectLst>
        </p:spPr>
        <p:style>
          <a:lnRef idx="2">
            <a:schemeClr val="accent2"/>
          </a:lnRef>
          <a:fillRef idx="1">
            <a:schemeClr val="lt1"/>
          </a:fillRef>
          <a:effectRef idx="0">
            <a:schemeClr val="accent2"/>
          </a:effectRef>
          <a:fontRef idx="minor">
            <a:schemeClr val="dk1"/>
          </a:fontRef>
        </p:style>
        <p:txBody>
          <a:bodyPr rtlCol="0" anchor="ctr"/>
          <a:lstStyle/>
          <a:p>
            <a:pPr algn="ctr"/>
            <a:r>
              <a:rPr lang="en-US" sz="2000" dirty="0">
                <a:ln w="0"/>
                <a:solidFill>
                  <a:schemeClr val="accent2"/>
                </a:solidFill>
                <a:effectLst>
                  <a:reflection blurRad="6350" stA="53000" endA="300" endPos="35500" dir="5400000" sy="-90000" algn="bl" rotWithShape="0"/>
                </a:effectLst>
              </a:rPr>
              <a:t>W</a:t>
            </a:r>
          </a:p>
        </p:txBody>
      </p:sp>
      <p:sp>
        <p:nvSpPr>
          <p:cNvPr id="7" name="Oval 6">
            <a:extLst>
              <a:ext uri="{FF2B5EF4-FFF2-40B4-BE49-F238E27FC236}">
                <a16:creationId xmlns:a16="http://schemas.microsoft.com/office/drawing/2014/main" id="{5CD39D7B-2182-FC7A-1EF9-FD0C3598FA5D}"/>
              </a:ext>
            </a:extLst>
          </p:cNvPr>
          <p:cNvSpPr/>
          <p:nvPr/>
        </p:nvSpPr>
        <p:spPr>
          <a:xfrm>
            <a:off x="5595258" y="2471057"/>
            <a:ext cx="772885" cy="674914"/>
          </a:xfrm>
          <a:prstGeom prst="ellipse">
            <a:avLst/>
          </a:prstGeom>
          <a:effectLst>
            <a:glow rad="63500">
              <a:schemeClr val="accent2">
                <a:satMod val="175000"/>
                <a:alpha val="40000"/>
              </a:schemeClr>
            </a:glow>
          </a:effectLst>
        </p:spPr>
        <p:style>
          <a:lnRef idx="2">
            <a:schemeClr val="accent2"/>
          </a:lnRef>
          <a:fillRef idx="1">
            <a:schemeClr val="lt1"/>
          </a:fillRef>
          <a:effectRef idx="0">
            <a:schemeClr val="accent2"/>
          </a:effectRef>
          <a:fontRef idx="minor">
            <a:schemeClr val="dk1"/>
          </a:fontRef>
        </p:style>
        <p:txBody>
          <a:bodyPr rtlCol="0" anchor="ctr"/>
          <a:lstStyle/>
          <a:p>
            <a:pPr algn="ctr"/>
            <a:r>
              <a:rPr lang="en-US" sz="2000" dirty="0">
                <a:ln w="0"/>
                <a:solidFill>
                  <a:schemeClr val="accent2"/>
                </a:solidFill>
                <a:effectLst>
                  <a:reflection blurRad="6350" stA="53000" endA="300" endPos="35500" dir="5400000" sy="-90000" algn="bl" rotWithShape="0"/>
                </a:effectLst>
              </a:rPr>
              <a:t>W</a:t>
            </a:r>
          </a:p>
        </p:txBody>
      </p:sp>
      <p:sp>
        <p:nvSpPr>
          <p:cNvPr id="8" name="Rectangle 7">
            <a:extLst>
              <a:ext uri="{FF2B5EF4-FFF2-40B4-BE49-F238E27FC236}">
                <a16:creationId xmlns:a16="http://schemas.microsoft.com/office/drawing/2014/main" id="{EA25EC63-08B9-AF35-99FA-22E5E554B603}"/>
              </a:ext>
            </a:extLst>
          </p:cNvPr>
          <p:cNvSpPr/>
          <p:nvPr/>
        </p:nvSpPr>
        <p:spPr>
          <a:xfrm>
            <a:off x="3646714" y="3799114"/>
            <a:ext cx="5040086" cy="957943"/>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lumMod val="95000"/>
                </a:schemeClr>
              </a:solidFill>
            </a:endParaRPr>
          </a:p>
        </p:txBody>
      </p:sp>
      <p:sp>
        <p:nvSpPr>
          <p:cNvPr id="9" name="Rectangle 8">
            <a:extLst>
              <a:ext uri="{FF2B5EF4-FFF2-40B4-BE49-F238E27FC236}">
                <a16:creationId xmlns:a16="http://schemas.microsoft.com/office/drawing/2014/main" id="{82AB2D90-E88A-2C20-D298-AB4DC691F302}"/>
              </a:ext>
            </a:extLst>
          </p:cNvPr>
          <p:cNvSpPr/>
          <p:nvPr/>
        </p:nvSpPr>
        <p:spPr>
          <a:xfrm>
            <a:off x="3646714" y="3799114"/>
            <a:ext cx="5040086" cy="957943"/>
          </a:xfrm>
          <a:prstGeom prst="rect">
            <a:avLst/>
          </a:prstGeom>
          <a:solidFill>
            <a:schemeClr val="tx2">
              <a:lumMod val="75000"/>
              <a:lumOff val="25000"/>
              <a:alpha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lumMod val="95000"/>
                  </a:schemeClr>
                </a:solidFill>
              </a:rPr>
              <a:t>Update on the new product line sales approaches.</a:t>
            </a:r>
          </a:p>
        </p:txBody>
      </p:sp>
      <p:sp>
        <p:nvSpPr>
          <p:cNvPr id="11" name="TextBox 10">
            <a:extLst>
              <a:ext uri="{FF2B5EF4-FFF2-40B4-BE49-F238E27FC236}">
                <a16:creationId xmlns:a16="http://schemas.microsoft.com/office/drawing/2014/main" id="{1D82B855-8C9A-F114-0274-8AE68F49F4FF}"/>
              </a:ext>
            </a:extLst>
          </p:cNvPr>
          <p:cNvSpPr txBox="1"/>
          <p:nvPr/>
        </p:nvSpPr>
        <p:spPr>
          <a:xfrm>
            <a:off x="4879521" y="3255219"/>
            <a:ext cx="2204358" cy="338554"/>
          </a:xfrm>
          <a:prstGeom prst="rect">
            <a:avLst/>
          </a:prstGeom>
          <a:noFill/>
        </p:spPr>
        <p:txBody>
          <a:bodyPr wrap="square" rtlCol="0">
            <a:spAutoFit/>
          </a:bodyPr>
          <a:lstStyle/>
          <a:p>
            <a:pPr algn="ctr"/>
            <a:r>
              <a:rPr lang="en-US" sz="1600" b="1" dirty="0">
                <a:solidFill>
                  <a:schemeClr val="tx1">
                    <a:lumMod val="50000"/>
                    <a:lumOff val="50000"/>
                  </a:schemeClr>
                </a:solidFill>
              </a:rPr>
              <a:t>WHY</a:t>
            </a:r>
          </a:p>
        </p:txBody>
      </p:sp>
    </p:spTree>
    <p:extLst>
      <p:ext uri="{BB962C8B-B14F-4D97-AF65-F5344CB8AC3E}">
        <p14:creationId xmlns:p14="http://schemas.microsoft.com/office/powerpoint/2010/main" val="2721132698"/>
      </p:ext>
    </p:extLst>
  </p:cSld>
  <p:clrMapOvr>
    <a:masterClrMapping/>
  </p:clrMapOvr>
  <mc:AlternateContent xmlns:mc="http://schemas.openxmlformats.org/markup-compatibility/2006" xmlns:p14="http://schemas.microsoft.com/office/powerpoint/2010/main">
    <mc:Choice Requires="p14">
      <p:transition spd="slow" p14:dur="2000" advClick="0" advTm="300"/>
    </mc:Choice>
    <mc:Fallback xmlns="">
      <p:transition spd="slow" advClick="0" advTm="3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9B219-7AEE-461D-7AC3-264CE7D2639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58F55C1-0227-3BB4-44DD-677C9AF6DD43}"/>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rot="19511144">
            <a:off x="-75343" y="3741974"/>
            <a:ext cx="2492052" cy="2509869"/>
          </a:xfrm>
          <a:prstGeom prst="rect">
            <a:avLst/>
          </a:prstGeom>
          <a:effectLst>
            <a:outerShdw dist="254000" dir="7200000" algn="t" rotWithShape="0">
              <a:schemeClr val="bg1">
                <a:lumMod val="85000"/>
                <a:alpha val="40000"/>
              </a:schemeClr>
            </a:outerShdw>
          </a:effectLst>
        </p:spPr>
      </p:pic>
      <p:pic>
        <p:nvPicPr>
          <p:cNvPr id="3" name="Picture 2">
            <a:extLst>
              <a:ext uri="{FF2B5EF4-FFF2-40B4-BE49-F238E27FC236}">
                <a16:creationId xmlns:a16="http://schemas.microsoft.com/office/drawing/2014/main" id="{4850D8F0-8AE5-568D-758E-124530EBF53C}"/>
              </a:ext>
            </a:extLst>
          </p:cNvPr>
          <p:cNvPicPr>
            <a:picLocks noChangeAspect="1"/>
          </p:cNvPicPr>
          <p:nvPr/>
        </p:nvPicPr>
        <p:blipFill>
          <a:blip r:embed="rId4">
            <a:alphaModFix amt="25000"/>
            <a:extLst>
              <a:ext uri="{28A0092B-C50C-407E-A947-70E740481C1C}">
                <a14:useLocalDpi xmlns:a14="http://schemas.microsoft.com/office/drawing/2010/main" val="0"/>
              </a:ext>
            </a:extLst>
          </a:blip>
          <a:stretch>
            <a:fillRect/>
          </a:stretch>
        </p:blipFill>
        <p:spPr>
          <a:xfrm rot="10800000">
            <a:off x="9879877" y="5304951"/>
            <a:ext cx="2312123" cy="1553049"/>
          </a:xfrm>
          <a:prstGeom prst="rect">
            <a:avLst/>
          </a:prstGeom>
          <a:effectLst>
            <a:outerShdw blurRad="76200" dir="13500000" sy="23000" kx="1200000" algn="br" rotWithShape="0">
              <a:prstClr val="black">
                <a:alpha val="20000"/>
              </a:prstClr>
            </a:outerShdw>
          </a:effectLst>
        </p:spPr>
      </p:pic>
      <p:sp>
        <p:nvSpPr>
          <p:cNvPr id="4" name="Rectangle 3">
            <a:extLst>
              <a:ext uri="{FF2B5EF4-FFF2-40B4-BE49-F238E27FC236}">
                <a16:creationId xmlns:a16="http://schemas.microsoft.com/office/drawing/2014/main" id="{01D02FFE-E46C-3AF8-4820-DEC665E68DD7}"/>
              </a:ext>
            </a:extLst>
          </p:cNvPr>
          <p:cNvSpPr/>
          <p:nvPr/>
        </p:nvSpPr>
        <p:spPr>
          <a:xfrm>
            <a:off x="772886" y="2155371"/>
            <a:ext cx="10646228" cy="3635829"/>
          </a:xfrm>
          <a:prstGeom prst="rect">
            <a:avLst/>
          </a:prstGeom>
          <a:solidFill>
            <a:schemeClr val="bg1"/>
          </a:solidFill>
          <a:ln>
            <a:noFill/>
          </a:ln>
          <a:effectLst>
            <a:outerShdw blurRad="63500" sx="103000" sy="103000" algn="ctr" rotWithShape="0">
              <a:schemeClr val="tx1">
                <a:lumMod val="65000"/>
                <a:lumOff val="3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1" dirty="0">
              <a:solidFill>
                <a:schemeClr val="tx1">
                  <a:lumMod val="65000"/>
                  <a:lumOff val="35000"/>
                </a:schemeClr>
              </a:solidFill>
            </a:endParaRPr>
          </a:p>
        </p:txBody>
      </p:sp>
      <p:sp>
        <p:nvSpPr>
          <p:cNvPr id="5" name="Rectangle: Rounded Corners 4">
            <a:extLst>
              <a:ext uri="{FF2B5EF4-FFF2-40B4-BE49-F238E27FC236}">
                <a16:creationId xmlns:a16="http://schemas.microsoft.com/office/drawing/2014/main" id="{8B3CFC51-E2A0-328F-841C-46917643D215}"/>
              </a:ext>
            </a:extLst>
          </p:cNvPr>
          <p:cNvSpPr/>
          <p:nvPr/>
        </p:nvSpPr>
        <p:spPr>
          <a:xfrm>
            <a:off x="772886" y="359228"/>
            <a:ext cx="10646228" cy="957943"/>
          </a:xfrm>
          <a:prstGeom prst="roundRect">
            <a:avLst/>
          </a:prstGeom>
          <a:solidFill>
            <a:schemeClr val="bg1"/>
          </a:solidFill>
          <a:ln>
            <a:noFill/>
          </a:ln>
          <a:effectLst>
            <a:outerShdw dist="254000" dir="8100000" algn="tr" rotWithShape="0">
              <a:schemeClr val="tx2">
                <a:lumMod val="75000"/>
                <a:lumOff val="25000"/>
                <a:alpha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FF0000"/>
                </a:solidFill>
              </a:rPr>
              <a:t>PROJECT OBJECTIVE</a:t>
            </a:r>
          </a:p>
        </p:txBody>
      </p:sp>
      <p:sp>
        <p:nvSpPr>
          <p:cNvPr id="6" name="Oval 5">
            <a:extLst>
              <a:ext uri="{FF2B5EF4-FFF2-40B4-BE49-F238E27FC236}">
                <a16:creationId xmlns:a16="http://schemas.microsoft.com/office/drawing/2014/main" id="{DFC1E46B-2213-D598-794B-8A1E955E6C6B}"/>
              </a:ext>
            </a:extLst>
          </p:cNvPr>
          <p:cNvSpPr/>
          <p:nvPr/>
        </p:nvSpPr>
        <p:spPr>
          <a:xfrm>
            <a:off x="2884715" y="2471057"/>
            <a:ext cx="772885" cy="674914"/>
          </a:xfrm>
          <a:prstGeom prst="ellipse">
            <a:avLst/>
          </a:prstGeom>
          <a:effectLst>
            <a:glow rad="63500">
              <a:schemeClr val="accent2">
                <a:satMod val="175000"/>
                <a:alpha val="40000"/>
              </a:schemeClr>
            </a:glow>
          </a:effectLst>
        </p:spPr>
        <p:style>
          <a:lnRef idx="2">
            <a:schemeClr val="accent2"/>
          </a:lnRef>
          <a:fillRef idx="1">
            <a:schemeClr val="lt1"/>
          </a:fillRef>
          <a:effectRef idx="0">
            <a:schemeClr val="accent2"/>
          </a:effectRef>
          <a:fontRef idx="minor">
            <a:schemeClr val="dk1"/>
          </a:fontRef>
        </p:style>
        <p:txBody>
          <a:bodyPr rtlCol="0" anchor="ctr"/>
          <a:lstStyle/>
          <a:p>
            <a:pPr algn="ctr"/>
            <a:r>
              <a:rPr lang="en-US" sz="2000" dirty="0">
                <a:ln w="0"/>
                <a:solidFill>
                  <a:schemeClr val="accent2"/>
                </a:solidFill>
                <a:effectLst>
                  <a:reflection blurRad="6350" stA="53000" endA="300" endPos="35500" dir="5400000" sy="-90000" algn="bl" rotWithShape="0"/>
                </a:effectLst>
              </a:rPr>
              <a:t>W</a:t>
            </a:r>
          </a:p>
        </p:txBody>
      </p:sp>
      <p:sp>
        <p:nvSpPr>
          <p:cNvPr id="7" name="Oval 6">
            <a:extLst>
              <a:ext uri="{FF2B5EF4-FFF2-40B4-BE49-F238E27FC236}">
                <a16:creationId xmlns:a16="http://schemas.microsoft.com/office/drawing/2014/main" id="{900944D5-04F5-93CF-9423-D9E51E267977}"/>
              </a:ext>
            </a:extLst>
          </p:cNvPr>
          <p:cNvSpPr/>
          <p:nvPr/>
        </p:nvSpPr>
        <p:spPr>
          <a:xfrm>
            <a:off x="8305801" y="2471057"/>
            <a:ext cx="772885" cy="674914"/>
          </a:xfrm>
          <a:prstGeom prst="ellipse">
            <a:avLst/>
          </a:prstGeom>
          <a:effectLst>
            <a:glow rad="63500">
              <a:schemeClr val="accent2">
                <a:satMod val="175000"/>
                <a:alpha val="40000"/>
              </a:schemeClr>
            </a:glow>
          </a:effectLst>
        </p:spPr>
        <p:style>
          <a:lnRef idx="2">
            <a:schemeClr val="accent2"/>
          </a:lnRef>
          <a:fillRef idx="1">
            <a:schemeClr val="lt1"/>
          </a:fillRef>
          <a:effectRef idx="0">
            <a:schemeClr val="accent2"/>
          </a:effectRef>
          <a:fontRef idx="minor">
            <a:schemeClr val="dk1"/>
          </a:fontRef>
        </p:style>
        <p:txBody>
          <a:bodyPr rtlCol="0" anchor="ctr"/>
          <a:lstStyle/>
          <a:p>
            <a:pPr algn="ctr"/>
            <a:r>
              <a:rPr lang="en-US" sz="2000" dirty="0">
                <a:ln w="0"/>
                <a:solidFill>
                  <a:schemeClr val="accent2"/>
                </a:solidFill>
                <a:effectLst>
                  <a:reflection blurRad="6350" stA="53000" endA="300" endPos="35500" dir="5400000" sy="-90000" algn="bl" rotWithShape="0"/>
                </a:effectLst>
              </a:rPr>
              <a:t>W</a:t>
            </a:r>
          </a:p>
        </p:txBody>
      </p:sp>
      <p:sp>
        <p:nvSpPr>
          <p:cNvPr id="8" name="Rectangle 7">
            <a:extLst>
              <a:ext uri="{FF2B5EF4-FFF2-40B4-BE49-F238E27FC236}">
                <a16:creationId xmlns:a16="http://schemas.microsoft.com/office/drawing/2014/main" id="{3249FFC5-E789-7285-792C-74637C44B57E}"/>
              </a:ext>
            </a:extLst>
          </p:cNvPr>
          <p:cNvSpPr/>
          <p:nvPr/>
        </p:nvSpPr>
        <p:spPr>
          <a:xfrm>
            <a:off x="1055914" y="3799114"/>
            <a:ext cx="5040086" cy="957943"/>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lumMod val="95000"/>
                  </a:schemeClr>
                </a:solidFill>
              </a:rPr>
              <a:t>The Executive Team</a:t>
            </a:r>
          </a:p>
        </p:txBody>
      </p:sp>
      <p:sp>
        <p:nvSpPr>
          <p:cNvPr id="9" name="Rectangle 8">
            <a:extLst>
              <a:ext uri="{FF2B5EF4-FFF2-40B4-BE49-F238E27FC236}">
                <a16:creationId xmlns:a16="http://schemas.microsoft.com/office/drawing/2014/main" id="{EC821C8F-597F-DB8E-BBD6-88C9ACCCC366}"/>
              </a:ext>
            </a:extLst>
          </p:cNvPr>
          <p:cNvSpPr/>
          <p:nvPr/>
        </p:nvSpPr>
        <p:spPr>
          <a:xfrm>
            <a:off x="6237514" y="3799114"/>
            <a:ext cx="5040086" cy="957943"/>
          </a:xfrm>
          <a:prstGeom prst="rect">
            <a:avLst/>
          </a:prstGeom>
          <a:solidFill>
            <a:schemeClr val="tx2">
              <a:lumMod val="75000"/>
              <a:lumOff val="25000"/>
              <a:alpha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lumMod val="95000"/>
                  </a:schemeClr>
                </a:solidFill>
              </a:rPr>
              <a:t>Update on the new product line sales approaches.</a:t>
            </a:r>
          </a:p>
        </p:txBody>
      </p:sp>
      <p:sp>
        <p:nvSpPr>
          <p:cNvPr id="11" name="TextBox 10">
            <a:extLst>
              <a:ext uri="{FF2B5EF4-FFF2-40B4-BE49-F238E27FC236}">
                <a16:creationId xmlns:a16="http://schemas.microsoft.com/office/drawing/2014/main" id="{2956A71E-B419-E9A8-692B-0FC660AC458D}"/>
              </a:ext>
            </a:extLst>
          </p:cNvPr>
          <p:cNvSpPr txBox="1"/>
          <p:nvPr/>
        </p:nvSpPr>
        <p:spPr>
          <a:xfrm>
            <a:off x="7590064" y="3255219"/>
            <a:ext cx="2204358" cy="338554"/>
          </a:xfrm>
          <a:prstGeom prst="rect">
            <a:avLst/>
          </a:prstGeom>
          <a:noFill/>
        </p:spPr>
        <p:txBody>
          <a:bodyPr wrap="square" rtlCol="0">
            <a:spAutoFit/>
          </a:bodyPr>
          <a:lstStyle/>
          <a:p>
            <a:pPr algn="ctr"/>
            <a:r>
              <a:rPr lang="en-US" sz="1600" b="1" dirty="0">
                <a:solidFill>
                  <a:schemeClr val="tx1">
                    <a:lumMod val="50000"/>
                    <a:lumOff val="50000"/>
                  </a:schemeClr>
                </a:solidFill>
              </a:rPr>
              <a:t>WHY</a:t>
            </a:r>
          </a:p>
        </p:txBody>
      </p:sp>
      <p:sp>
        <p:nvSpPr>
          <p:cNvPr id="12" name="TextBox 11">
            <a:extLst>
              <a:ext uri="{FF2B5EF4-FFF2-40B4-BE49-F238E27FC236}">
                <a16:creationId xmlns:a16="http://schemas.microsoft.com/office/drawing/2014/main" id="{9390DB84-3119-DF7C-899E-3EE7EDA7376F}"/>
              </a:ext>
            </a:extLst>
          </p:cNvPr>
          <p:cNvSpPr txBox="1"/>
          <p:nvPr/>
        </p:nvSpPr>
        <p:spPr>
          <a:xfrm>
            <a:off x="2168978" y="3255219"/>
            <a:ext cx="2204358" cy="338554"/>
          </a:xfrm>
          <a:prstGeom prst="rect">
            <a:avLst/>
          </a:prstGeom>
          <a:noFill/>
        </p:spPr>
        <p:txBody>
          <a:bodyPr wrap="square" rtlCol="0">
            <a:spAutoFit/>
          </a:bodyPr>
          <a:lstStyle/>
          <a:p>
            <a:pPr algn="ctr"/>
            <a:r>
              <a:rPr lang="en-US" sz="1600" b="1" dirty="0">
                <a:solidFill>
                  <a:schemeClr val="tx1">
                    <a:lumMod val="50000"/>
                    <a:lumOff val="50000"/>
                  </a:schemeClr>
                </a:solidFill>
              </a:rPr>
              <a:t>WHO</a:t>
            </a:r>
          </a:p>
        </p:txBody>
      </p:sp>
    </p:spTree>
    <p:extLst>
      <p:ext uri="{BB962C8B-B14F-4D97-AF65-F5344CB8AC3E}">
        <p14:creationId xmlns:p14="http://schemas.microsoft.com/office/powerpoint/2010/main" val="128376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CDDFD-B527-B643-9B40-8DEF01566F3A}"/>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38E16022-5DFE-5765-41A5-1A4D531CD6AF}"/>
              </a:ext>
            </a:extLst>
          </p:cNvPr>
          <p:cNvPicPr>
            <a:picLocks noChangeAspect="1"/>
          </p:cNvPicPr>
          <p:nvPr/>
        </p:nvPicPr>
        <p:blipFill>
          <a:blip r:embed="rId3">
            <a:alphaModFix amt="25000"/>
            <a:extLst>
              <a:ext uri="{28A0092B-C50C-407E-A947-70E740481C1C}">
                <a14:useLocalDpi xmlns:a14="http://schemas.microsoft.com/office/drawing/2010/main" val="0"/>
              </a:ext>
            </a:extLst>
          </a:blip>
          <a:stretch>
            <a:fillRect/>
          </a:stretch>
        </p:blipFill>
        <p:spPr>
          <a:xfrm rot="10800000">
            <a:off x="9879877" y="5304951"/>
            <a:ext cx="2312123" cy="1553049"/>
          </a:xfrm>
          <a:prstGeom prst="rect">
            <a:avLst/>
          </a:prstGeom>
          <a:effectLst>
            <a:outerShdw blurRad="76200" dir="13500000" sy="23000" kx="1200000" algn="br" rotWithShape="0">
              <a:prstClr val="black">
                <a:alpha val="20000"/>
              </a:prstClr>
            </a:outerShdw>
          </a:effectLst>
        </p:spPr>
      </p:pic>
      <p:pic>
        <p:nvPicPr>
          <p:cNvPr id="3" name="Picture 2">
            <a:extLst>
              <a:ext uri="{FF2B5EF4-FFF2-40B4-BE49-F238E27FC236}">
                <a16:creationId xmlns:a16="http://schemas.microsoft.com/office/drawing/2014/main" id="{281CDBC8-5243-3441-ADD8-FC148027A23D}"/>
              </a:ext>
            </a:extLst>
          </p:cNvPr>
          <p:cNvPicPr>
            <a:picLocks noChangeAspect="1"/>
          </p:cNvPicPr>
          <p:nvPr/>
        </p:nvPicPr>
        <p:blipFill>
          <a:blip r:embed="rId4">
            <a:alphaModFix amt="50000"/>
            <a:extLst>
              <a:ext uri="{28A0092B-C50C-407E-A947-70E740481C1C}">
                <a14:useLocalDpi xmlns:a14="http://schemas.microsoft.com/office/drawing/2010/main" val="0"/>
              </a:ext>
            </a:extLst>
          </a:blip>
          <a:stretch>
            <a:fillRect/>
          </a:stretch>
        </p:blipFill>
        <p:spPr>
          <a:xfrm rot="19511144">
            <a:off x="-83205" y="3317066"/>
            <a:ext cx="2492052" cy="2509869"/>
          </a:xfrm>
          <a:prstGeom prst="rect">
            <a:avLst/>
          </a:prstGeom>
          <a:effectLst>
            <a:outerShdw dist="254000" dir="7200000" algn="t" rotWithShape="0">
              <a:schemeClr val="bg1">
                <a:lumMod val="85000"/>
                <a:alpha val="40000"/>
              </a:schemeClr>
            </a:outerShdw>
          </a:effectLst>
        </p:spPr>
      </p:pic>
      <p:sp>
        <p:nvSpPr>
          <p:cNvPr id="4" name="Oval 3">
            <a:extLst>
              <a:ext uri="{FF2B5EF4-FFF2-40B4-BE49-F238E27FC236}">
                <a16:creationId xmlns:a16="http://schemas.microsoft.com/office/drawing/2014/main" id="{61978763-7763-CD31-752B-4F312A3D82B9}"/>
              </a:ext>
            </a:extLst>
          </p:cNvPr>
          <p:cNvSpPr/>
          <p:nvPr/>
        </p:nvSpPr>
        <p:spPr>
          <a:xfrm>
            <a:off x="4114795" y="3126018"/>
            <a:ext cx="3629352" cy="2286000"/>
          </a:xfrm>
          <a:prstGeom prst="ellipse">
            <a:avLst/>
          </a:prstGeom>
          <a:ln/>
        </p:spPr>
        <p:style>
          <a:lnRef idx="2">
            <a:schemeClr val="accent2"/>
          </a:lnRef>
          <a:fillRef idx="1">
            <a:schemeClr val="lt1"/>
          </a:fillRef>
          <a:effectRef idx="0">
            <a:schemeClr val="accent2"/>
          </a:effectRef>
          <a:fontRef idx="minor">
            <a:schemeClr val="dk1"/>
          </a:fontRef>
        </p:style>
        <p:txBody>
          <a:bodyPr rtlCol="0" anchor="ctr"/>
          <a:lstStyle/>
          <a:p>
            <a:pPr marL="285750" indent="-285750">
              <a:buFont typeface="Arial" panose="020B0604020202020204" pitchFamily="34" charset="0"/>
              <a:buChar char="•"/>
            </a:pPr>
            <a:r>
              <a:rPr lang="en-US" sz="2400" dirty="0">
                <a:solidFill>
                  <a:schemeClr val="tx1">
                    <a:lumMod val="65000"/>
                    <a:lumOff val="35000"/>
                  </a:schemeClr>
                </a:solidFill>
              </a:rPr>
              <a:t>Total customers by approach</a:t>
            </a:r>
          </a:p>
        </p:txBody>
      </p:sp>
      <p:sp>
        <p:nvSpPr>
          <p:cNvPr id="5" name="Rectangle: Rounded Corners 4">
            <a:extLst>
              <a:ext uri="{FF2B5EF4-FFF2-40B4-BE49-F238E27FC236}">
                <a16:creationId xmlns:a16="http://schemas.microsoft.com/office/drawing/2014/main" id="{3BACE658-8440-8815-0D41-498929B56D63}"/>
              </a:ext>
            </a:extLst>
          </p:cNvPr>
          <p:cNvSpPr/>
          <p:nvPr/>
        </p:nvSpPr>
        <p:spPr>
          <a:xfrm>
            <a:off x="772886" y="359228"/>
            <a:ext cx="10646228" cy="957943"/>
          </a:xfrm>
          <a:prstGeom prst="roundRect">
            <a:avLst/>
          </a:prstGeom>
          <a:solidFill>
            <a:schemeClr val="bg1"/>
          </a:solidFill>
          <a:ln>
            <a:noFill/>
          </a:ln>
          <a:effectLst>
            <a:outerShdw dist="254000" dir="8100000" algn="tr" rotWithShape="0">
              <a:schemeClr val="tx2">
                <a:lumMod val="75000"/>
                <a:lumOff val="25000"/>
                <a:alpha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FF0000"/>
                </a:solidFill>
              </a:rPr>
              <a:t>WHAT THEY NEED TO KNOW</a:t>
            </a:r>
          </a:p>
        </p:txBody>
      </p:sp>
      <p:sp>
        <p:nvSpPr>
          <p:cNvPr id="2" name="Oval 1">
            <a:extLst>
              <a:ext uri="{FF2B5EF4-FFF2-40B4-BE49-F238E27FC236}">
                <a16:creationId xmlns:a16="http://schemas.microsoft.com/office/drawing/2014/main" id="{98D9AFE7-5DCB-8957-F42F-267FCDCE5B0F}"/>
              </a:ext>
            </a:extLst>
          </p:cNvPr>
          <p:cNvSpPr/>
          <p:nvPr/>
        </p:nvSpPr>
        <p:spPr>
          <a:xfrm>
            <a:off x="4114795" y="3126018"/>
            <a:ext cx="3629352" cy="2286000"/>
          </a:xfrm>
          <a:prstGeom prst="ellipse">
            <a:avLst/>
          </a:prstGeom>
          <a:ln/>
        </p:spPr>
        <p:style>
          <a:lnRef idx="2">
            <a:schemeClr val="accent2"/>
          </a:lnRef>
          <a:fillRef idx="1">
            <a:schemeClr val="lt1"/>
          </a:fillRef>
          <a:effectRef idx="0">
            <a:schemeClr val="accent2"/>
          </a:effectRef>
          <a:fontRef idx="minor">
            <a:schemeClr val="dk1"/>
          </a:fontRef>
        </p:style>
        <p:txBody>
          <a:bodyPr rtlCol="0" anchor="ctr"/>
          <a:lstStyle/>
          <a:p>
            <a:pPr marL="285750" indent="-285750">
              <a:buFont typeface="Arial" panose="020B0604020202020204" pitchFamily="34" charset="0"/>
              <a:buChar char="•"/>
            </a:pPr>
            <a:r>
              <a:rPr lang="en-US" sz="2400" dirty="0">
                <a:solidFill>
                  <a:schemeClr val="tx1">
                    <a:lumMod val="65000"/>
                    <a:lumOff val="35000"/>
                  </a:schemeClr>
                </a:solidFill>
              </a:rPr>
              <a:t>Overall spread of revenue</a:t>
            </a:r>
            <a:endParaRPr lang="en-US" sz="2400" b="1" dirty="0">
              <a:solidFill>
                <a:schemeClr val="tx1">
                  <a:lumMod val="65000"/>
                  <a:lumOff val="35000"/>
                </a:schemeClr>
              </a:solidFill>
            </a:endParaRPr>
          </a:p>
        </p:txBody>
      </p:sp>
      <p:sp>
        <p:nvSpPr>
          <p:cNvPr id="6" name="Oval 5">
            <a:extLst>
              <a:ext uri="{FF2B5EF4-FFF2-40B4-BE49-F238E27FC236}">
                <a16:creationId xmlns:a16="http://schemas.microsoft.com/office/drawing/2014/main" id="{FDDE3D67-8999-6127-B3B9-C53DAC9C4BC8}"/>
              </a:ext>
            </a:extLst>
          </p:cNvPr>
          <p:cNvSpPr/>
          <p:nvPr/>
        </p:nvSpPr>
        <p:spPr>
          <a:xfrm>
            <a:off x="4114795" y="3126018"/>
            <a:ext cx="3629352" cy="2286000"/>
          </a:xfrm>
          <a:prstGeom prst="ellipse">
            <a:avLst/>
          </a:prstGeom>
          <a:ln/>
        </p:spPr>
        <p:style>
          <a:lnRef idx="2">
            <a:schemeClr val="accent2"/>
          </a:lnRef>
          <a:fillRef idx="1">
            <a:schemeClr val="lt1"/>
          </a:fillRef>
          <a:effectRef idx="0">
            <a:schemeClr val="accent2"/>
          </a:effectRef>
          <a:fontRef idx="minor">
            <a:schemeClr val="dk1"/>
          </a:fontRef>
        </p:style>
        <p:txBody>
          <a:bodyPr rtlCol="0" anchor="ctr"/>
          <a:lstStyle/>
          <a:p>
            <a:pPr marL="285750" indent="-285750">
              <a:buFont typeface="Arial" panose="020B0604020202020204" pitchFamily="34" charset="0"/>
              <a:buChar char="•"/>
            </a:pPr>
            <a:r>
              <a:rPr lang="en-US" sz="2400" dirty="0">
                <a:solidFill>
                  <a:schemeClr val="tx1">
                    <a:lumMod val="65000"/>
                    <a:lumOff val="35000"/>
                  </a:schemeClr>
                </a:solidFill>
              </a:rPr>
              <a:t>Revenue spread by method</a:t>
            </a:r>
          </a:p>
        </p:txBody>
      </p:sp>
      <p:sp>
        <p:nvSpPr>
          <p:cNvPr id="7" name="Oval 6">
            <a:extLst>
              <a:ext uri="{FF2B5EF4-FFF2-40B4-BE49-F238E27FC236}">
                <a16:creationId xmlns:a16="http://schemas.microsoft.com/office/drawing/2014/main" id="{8E0A470D-4265-33DF-2F9A-B69D79AFBE11}"/>
              </a:ext>
            </a:extLst>
          </p:cNvPr>
          <p:cNvSpPr/>
          <p:nvPr/>
        </p:nvSpPr>
        <p:spPr>
          <a:xfrm>
            <a:off x="4114795" y="3126018"/>
            <a:ext cx="3629352" cy="2286000"/>
          </a:xfrm>
          <a:prstGeom prst="ellipse">
            <a:avLst/>
          </a:prstGeom>
          <a:ln/>
        </p:spPr>
        <p:style>
          <a:lnRef idx="2">
            <a:schemeClr val="accent2"/>
          </a:lnRef>
          <a:fillRef idx="1">
            <a:schemeClr val="lt1"/>
          </a:fillRef>
          <a:effectRef idx="0">
            <a:schemeClr val="accent2"/>
          </a:effectRef>
          <a:fontRef idx="minor">
            <a:schemeClr val="dk1"/>
          </a:fontRef>
        </p:style>
        <p:txBody>
          <a:bodyPr rtlCol="0" anchor="ctr"/>
          <a:lstStyle/>
          <a:p>
            <a:pPr marL="285750" indent="-285750">
              <a:buFont typeface="Arial" panose="020B0604020202020204" pitchFamily="34" charset="0"/>
              <a:buChar char="•"/>
            </a:pPr>
            <a:r>
              <a:rPr lang="en-US" sz="2400" dirty="0">
                <a:solidFill>
                  <a:schemeClr val="tx1">
                    <a:lumMod val="65000"/>
                    <a:lumOff val="35000"/>
                  </a:schemeClr>
                </a:solidFill>
              </a:rPr>
              <a:t>Recommended methods and others</a:t>
            </a:r>
            <a:endParaRPr lang="en-US" sz="2400" b="1" dirty="0">
              <a:solidFill>
                <a:schemeClr val="tx1">
                  <a:lumMod val="65000"/>
                  <a:lumOff val="35000"/>
                </a:schemeClr>
              </a:solidFill>
            </a:endParaRPr>
          </a:p>
        </p:txBody>
      </p:sp>
      <p:sp>
        <p:nvSpPr>
          <p:cNvPr id="9" name="Oval 8">
            <a:extLst>
              <a:ext uri="{FF2B5EF4-FFF2-40B4-BE49-F238E27FC236}">
                <a16:creationId xmlns:a16="http://schemas.microsoft.com/office/drawing/2014/main" id="{FEB235C2-D094-5DA2-7545-EF2487094673}"/>
              </a:ext>
            </a:extLst>
          </p:cNvPr>
          <p:cNvSpPr/>
          <p:nvPr/>
        </p:nvSpPr>
        <p:spPr>
          <a:xfrm>
            <a:off x="4114795" y="3126018"/>
            <a:ext cx="3629352" cy="2286000"/>
          </a:xfrm>
          <a:prstGeom prst="ellipse">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8000" b="1" dirty="0">
                <a:solidFill>
                  <a:srgbClr val="FF0000"/>
                </a:solidFill>
              </a:rPr>
              <a:t>?</a:t>
            </a:r>
          </a:p>
        </p:txBody>
      </p:sp>
    </p:spTree>
    <p:extLst>
      <p:ext uri="{BB962C8B-B14F-4D97-AF65-F5344CB8AC3E}">
        <p14:creationId xmlns:p14="http://schemas.microsoft.com/office/powerpoint/2010/main" val="2551981678"/>
      </p:ext>
    </p:extLst>
  </p:cSld>
  <p:clrMapOvr>
    <a:masterClrMapping/>
  </p:clrMapOvr>
  <mc:AlternateContent xmlns:mc="http://schemas.openxmlformats.org/markup-compatibility/2006" xmlns:p14="http://schemas.microsoft.com/office/powerpoint/2010/main">
    <mc:Choice Requires="p14">
      <p:transition spd="slow" p14:dur="2000" advClick="0" advTm="300"/>
    </mc:Choice>
    <mc:Fallback xmlns="">
      <p:transition spd="slow" advClick="0" advTm="3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46321-233E-02A7-FB5E-011A8E6C5F27}"/>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38A28EBB-6A22-1D3C-681B-85B319761EE7}"/>
              </a:ext>
            </a:extLst>
          </p:cNvPr>
          <p:cNvPicPr>
            <a:picLocks noChangeAspect="1"/>
          </p:cNvPicPr>
          <p:nvPr/>
        </p:nvPicPr>
        <p:blipFill>
          <a:blip r:embed="rId3">
            <a:alphaModFix amt="25000"/>
            <a:extLst>
              <a:ext uri="{28A0092B-C50C-407E-A947-70E740481C1C}">
                <a14:useLocalDpi xmlns:a14="http://schemas.microsoft.com/office/drawing/2010/main" val="0"/>
              </a:ext>
            </a:extLst>
          </a:blip>
          <a:stretch>
            <a:fillRect/>
          </a:stretch>
        </p:blipFill>
        <p:spPr>
          <a:xfrm rot="10800000">
            <a:off x="9879877" y="5304951"/>
            <a:ext cx="2312123" cy="1553049"/>
          </a:xfrm>
          <a:prstGeom prst="rect">
            <a:avLst/>
          </a:prstGeom>
          <a:effectLst>
            <a:outerShdw blurRad="76200" dir="13500000" sy="23000" kx="1200000" algn="br" rotWithShape="0">
              <a:prstClr val="black">
                <a:alpha val="20000"/>
              </a:prstClr>
            </a:outerShdw>
          </a:effectLst>
        </p:spPr>
      </p:pic>
      <p:pic>
        <p:nvPicPr>
          <p:cNvPr id="3" name="Picture 2">
            <a:extLst>
              <a:ext uri="{FF2B5EF4-FFF2-40B4-BE49-F238E27FC236}">
                <a16:creationId xmlns:a16="http://schemas.microsoft.com/office/drawing/2014/main" id="{2ECDC67D-E187-F9CA-E9AA-94C82410138D}"/>
              </a:ext>
            </a:extLst>
          </p:cNvPr>
          <p:cNvPicPr>
            <a:picLocks noChangeAspect="1"/>
          </p:cNvPicPr>
          <p:nvPr/>
        </p:nvPicPr>
        <p:blipFill>
          <a:blip r:embed="rId4">
            <a:alphaModFix amt="50000"/>
            <a:extLst>
              <a:ext uri="{28A0092B-C50C-407E-A947-70E740481C1C}">
                <a14:useLocalDpi xmlns:a14="http://schemas.microsoft.com/office/drawing/2010/main" val="0"/>
              </a:ext>
            </a:extLst>
          </a:blip>
          <a:stretch>
            <a:fillRect/>
          </a:stretch>
        </p:blipFill>
        <p:spPr>
          <a:xfrm rot="19511144">
            <a:off x="-83205" y="3317066"/>
            <a:ext cx="2492052" cy="2509869"/>
          </a:xfrm>
          <a:prstGeom prst="rect">
            <a:avLst/>
          </a:prstGeom>
          <a:effectLst>
            <a:outerShdw dist="254000" dir="7200000" algn="t" rotWithShape="0">
              <a:schemeClr val="bg1">
                <a:lumMod val="85000"/>
                <a:alpha val="40000"/>
              </a:schemeClr>
            </a:outerShdw>
          </a:effectLst>
        </p:spPr>
      </p:pic>
      <p:sp>
        <p:nvSpPr>
          <p:cNvPr id="4" name="Oval 3">
            <a:extLst>
              <a:ext uri="{FF2B5EF4-FFF2-40B4-BE49-F238E27FC236}">
                <a16:creationId xmlns:a16="http://schemas.microsoft.com/office/drawing/2014/main" id="{282BC93B-33FB-7F82-2F38-2F943E358D6F}"/>
              </a:ext>
            </a:extLst>
          </p:cNvPr>
          <p:cNvSpPr/>
          <p:nvPr/>
        </p:nvSpPr>
        <p:spPr>
          <a:xfrm>
            <a:off x="823004" y="1733544"/>
            <a:ext cx="3629352" cy="2286000"/>
          </a:xfrm>
          <a:prstGeom prst="ellipse">
            <a:avLst/>
          </a:prstGeom>
          <a:solidFill>
            <a:schemeClr val="accent2"/>
          </a:solidFill>
          <a:ln>
            <a:noFill/>
          </a:ln>
        </p:spPr>
        <p:style>
          <a:lnRef idx="2">
            <a:schemeClr val="accent2"/>
          </a:lnRef>
          <a:fillRef idx="1">
            <a:schemeClr val="lt1"/>
          </a:fillRef>
          <a:effectRef idx="0">
            <a:schemeClr val="accent2"/>
          </a:effectRef>
          <a:fontRef idx="minor">
            <a:schemeClr val="dk1"/>
          </a:fontRef>
        </p:style>
        <p:txBody>
          <a:bodyPr rtlCol="0" anchor="ctr"/>
          <a:lstStyle/>
          <a:p>
            <a:pPr marL="285750" indent="-285750">
              <a:buFont typeface="Arial" panose="020B0604020202020204" pitchFamily="34" charset="0"/>
              <a:buChar char="•"/>
            </a:pPr>
            <a:r>
              <a:rPr lang="en-US" sz="2400" dirty="0">
                <a:solidFill>
                  <a:schemeClr val="bg1"/>
                </a:solidFill>
              </a:rPr>
              <a:t>Total customers by approach</a:t>
            </a:r>
          </a:p>
        </p:txBody>
      </p:sp>
      <p:sp>
        <p:nvSpPr>
          <p:cNvPr id="5" name="Rectangle: Rounded Corners 4">
            <a:extLst>
              <a:ext uri="{FF2B5EF4-FFF2-40B4-BE49-F238E27FC236}">
                <a16:creationId xmlns:a16="http://schemas.microsoft.com/office/drawing/2014/main" id="{AF1C201A-5CA6-198A-18F1-F7D665BAA541}"/>
              </a:ext>
            </a:extLst>
          </p:cNvPr>
          <p:cNvSpPr/>
          <p:nvPr/>
        </p:nvSpPr>
        <p:spPr>
          <a:xfrm>
            <a:off x="772886" y="359228"/>
            <a:ext cx="10646228" cy="957943"/>
          </a:xfrm>
          <a:prstGeom prst="roundRect">
            <a:avLst/>
          </a:prstGeom>
          <a:solidFill>
            <a:schemeClr val="bg1"/>
          </a:solidFill>
          <a:ln>
            <a:noFill/>
          </a:ln>
          <a:effectLst>
            <a:outerShdw dist="254000" dir="8100000" algn="tr" rotWithShape="0">
              <a:schemeClr val="tx2">
                <a:lumMod val="75000"/>
                <a:lumOff val="25000"/>
                <a:alpha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FF0000"/>
                </a:solidFill>
              </a:rPr>
              <a:t>WHAT THEY NEED TO KNOW</a:t>
            </a:r>
          </a:p>
        </p:txBody>
      </p:sp>
      <p:sp>
        <p:nvSpPr>
          <p:cNvPr id="2" name="Oval 1">
            <a:extLst>
              <a:ext uri="{FF2B5EF4-FFF2-40B4-BE49-F238E27FC236}">
                <a16:creationId xmlns:a16="http://schemas.microsoft.com/office/drawing/2014/main" id="{D61F0C57-8454-8650-B0AD-613295F68962}"/>
              </a:ext>
            </a:extLst>
          </p:cNvPr>
          <p:cNvSpPr/>
          <p:nvPr/>
        </p:nvSpPr>
        <p:spPr>
          <a:xfrm>
            <a:off x="7406586" y="1687311"/>
            <a:ext cx="3629352" cy="2286000"/>
          </a:xfrm>
          <a:prstGeom prst="ellipse">
            <a:avLst/>
          </a:prstGeom>
          <a:solidFill>
            <a:schemeClr val="accent5">
              <a:lumMod val="60000"/>
              <a:lumOff val="40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marL="285750" indent="-285750">
              <a:buFont typeface="Arial" panose="020B0604020202020204" pitchFamily="34" charset="0"/>
              <a:buChar char="•"/>
            </a:pPr>
            <a:r>
              <a:rPr lang="en-US" sz="2400" dirty="0">
                <a:solidFill>
                  <a:schemeClr val="bg1"/>
                </a:solidFill>
              </a:rPr>
              <a:t>Overall spread of revenue</a:t>
            </a:r>
            <a:endParaRPr lang="en-US" sz="2400" b="1" dirty="0">
              <a:solidFill>
                <a:schemeClr val="bg1"/>
              </a:solidFill>
            </a:endParaRPr>
          </a:p>
        </p:txBody>
      </p:sp>
      <p:sp>
        <p:nvSpPr>
          <p:cNvPr id="6" name="Oval 5">
            <a:extLst>
              <a:ext uri="{FF2B5EF4-FFF2-40B4-BE49-F238E27FC236}">
                <a16:creationId xmlns:a16="http://schemas.microsoft.com/office/drawing/2014/main" id="{923E2A97-A5C3-0594-A3BD-839D96B9F076}"/>
              </a:ext>
            </a:extLst>
          </p:cNvPr>
          <p:cNvSpPr/>
          <p:nvPr/>
        </p:nvSpPr>
        <p:spPr>
          <a:xfrm>
            <a:off x="823004" y="4564725"/>
            <a:ext cx="3629352" cy="2286000"/>
          </a:xfrm>
          <a:prstGeom prst="ellipse">
            <a:avLst/>
          </a:prstGeom>
          <a:solidFill>
            <a:schemeClr val="tx2">
              <a:lumMod val="75000"/>
              <a:lumOff val="2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marL="285750" indent="-285750">
              <a:buFont typeface="Arial" panose="020B0604020202020204" pitchFamily="34" charset="0"/>
              <a:buChar char="•"/>
            </a:pPr>
            <a:r>
              <a:rPr lang="en-US" sz="2400" dirty="0">
                <a:solidFill>
                  <a:schemeClr val="bg1"/>
                </a:solidFill>
              </a:rPr>
              <a:t>Revenue spread by method</a:t>
            </a:r>
          </a:p>
        </p:txBody>
      </p:sp>
      <p:sp>
        <p:nvSpPr>
          <p:cNvPr id="7" name="Oval 6">
            <a:extLst>
              <a:ext uri="{FF2B5EF4-FFF2-40B4-BE49-F238E27FC236}">
                <a16:creationId xmlns:a16="http://schemas.microsoft.com/office/drawing/2014/main" id="{CA39D2C5-75E4-F56C-D359-CB9E8EACF986}"/>
              </a:ext>
            </a:extLst>
          </p:cNvPr>
          <p:cNvSpPr/>
          <p:nvPr/>
        </p:nvSpPr>
        <p:spPr>
          <a:xfrm>
            <a:off x="7406586" y="4343451"/>
            <a:ext cx="3629352" cy="2286000"/>
          </a:xfrm>
          <a:prstGeom prst="ellipse">
            <a:avLst/>
          </a:prstGeom>
          <a:solidFill>
            <a:schemeClr val="accent6"/>
          </a:solidFill>
          <a:ln>
            <a:noFill/>
          </a:ln>
        </p:spPr>
        <p:style>
          <a:lnRef idx="2">
            <a:schemeClr val="accent2"/>
          </a:lnRef>
          <a:fillRef idx="1">
            <a:schemeClr val="lt1"/>
          </a:fillRef>
          <a:effectRef idx="0">
            <a:schemeClr val="accent2"/>
          </a:effectRef>
          <a:fontRef idx="minor">
            <a:schemeClr val="dk1"/>
          </a:fontRef>
        </p:style>
        <p:txBody>
          <a:bodyPr rtlCol="0" anchor="ctr"/>
          <a:lstStyle/>
          <a:p>
            <a:pPr marL="285750" indent="-285750">
              <a:buFont typeface="Arial" panose="020B0604020202020204" pitchFamily="34" charset="0"/>
              <a:buChar char="•"/>
            </a:pPr>
            <a:r>
              <a:rPr lang="en-US" sz="2400" dirty="0">
                <a:solidFill>
                  <a:schemeClr val="bg1"/>
                </a:solidFill>
              </a:rPr>
              <a:t>Recommended methods and others</a:t>
            </a:r>
            <a:endParaRPr lang="en-US" sz="2400" b="1" dirty="0">
              <a:solidFill>
                <a:schemeClr val="bg1"/>
              </a:solidFill>
            </a:endParaRPr>
          </a:p>
        </p:txBody>
      </p:sp>
      <p:sp>
        <p:nvSpPr>
          <p:cNvPr id="9" name="Oval 8">
            <a:extLst>
              <a:ext uri="{FF2B5EF4-FFF2-40B4-BE49-F238E27FC236}">
                <a16:creationId xmlns:a16="http://schemas.microsoft.com/office/drawing/2014/main" id="{1F6B72C6-F282-4F8F-B28F-BC492D88B56E}"/>
              </a:ext>
            </a:extLst>
          </p:cNvPr>
          <p:cNvSpPr/>
          <p:nvPr/>
        </p:nvSpPr>
        <p:spPr>
          <a:xfrm>
            <a:off x="4075654" y="3005352"/>
            <a:ext cx="3629352" cy="2286000"/>
          </a:xfrm>
          <a:prstGeom prst="ellipse">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8000" b="1" dirty="0">
                <a:solidFill>
                  <a:srgbClr val="FF0000"/>
                </a:solidFill>
              </a:rPr>
              <a:t>?</a:t>
            </a:r>
          </a:p>
        </p:txBody>
      </p:sp>
    </p:spTree>
    <p:extLst>
      <p:ext uri="{BB962C8B-B14F-4D97-AF65-F5344CB8AC3E}">
        <p14:creationId xmlns:p14="http://schemas.microsoft.com/office/powerpoint/2010/main" val="27821204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5FF6F-D9D7-45B5-CAD5-8A90CC0AB4E8}"/>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B6DACE77-8294-5147-4916-7FE984C0539B}"/>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rot="19511144">
            <a:off x="14766" y="3840018"/>
            <a:ext cx="2492052" cy="2509869"/>
          </a:xfrm>
          <a:prstGeom prst="rect">
            <a:avLst/>
          </a:prstGeom>
          <a:effectLst>
            <a:outerShdw dist="254000" dir="7200000" algn="t" rotWithShape="0">
              <a:schemeClr val="bg1">
                <a:lumMod val="85000"/>
                <a:alpha val="40000"/>
              </a:schemeClr>
            </a:outerShdw>
          </a:effectLst>
        </p:spPr>
      </p:pic>
      <p:sp>
        <p:nvSpPr>
          <p:cNvPr id="5" name="Rectangle: Rounded Corners 4">
            <a:extLst>
              <a:ext uri="{FF2B5EF4-FFF2-40B4-BE49-F238E27FC236}">
                <a16:creationId xmlns:a16="http://schemas.microsoft.com/office/drawing/2014/main" id="{ACFF422D-7307-601D-8C96-55341F7C4143}"/>
              </a:ext>
            </a:extLst>
          </p:cNvPr>
          <p:cNvSpPr/>
          <p:nvPr/>
        </p:nvSpPr>
        <p:spPr>
          <a:xfrm>
            <a:off x="772886" y="359228"/>
            <a:ext cx="10646228" cy="957943"/>
          </a:xfrm>
          <a:prstGeom prst="roundRect">
            <a:avLst/>
          </a:prstGeom>
          <a:solidFill>
            <a:schemeClr val="bg1"/>
          </a:solidFill>
          <a:ln>
            <a:noFill/>
          </a:ln>
          <a:effectLst>
            <a:outerShdw dist="254000" dir="8100000" algn="tr" rotWithShape="0">
              <a:schemeClr val="tx2">
                <a:lumMod val="75000"/>
                <a:lumOff val="25000"/>
                <a:alpha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rgbClr val="FF0000"/>
                </a:solidFill>
              </a:rPr>
              <a:t>ABOUT THE DATASET</a:t>
            </a:r>
          </a:p>
        </p:txBody>
      </p:sp>
      <p:sp>
        <p:nvSpPr>
          <p:cNvPr id="2" name="Rectangle 1">
            <a:extLst>
              <a:ext uri="{FF2B5EF4-FFF2-40B4-BE49-F238E27FC236}">
                <a16:creationId xmlns:a16="http://schemas.microsoft.com/office/drawing/2014/main" id="{AD210D21-9429-8712-3B74-4582AB8DFEB4}"/>
              </a:ext>
            </a:extLst>
          </p:cNvPr>
          <p:cNvSpPr/>
          <p:nvPr/>
        </p:nvSpPr>
        <p:spPr>
          <a:xfrm>
            <a:off x="5516574" y="1600199"/>
            <a:ext cx="1393371" cy="2405742"/>
          </a:xfrm>
          <a:prstGeom prst="rect">
            <a:avLst/>
          </a:prstGeom>
          <a:solidFill>
            <a:srgbClr val="FF0000"/>
          </a:solidFill>
          <a:ln>
            <a:noFill/>
          </a:ln>
          <a:effectLst>
            <a:outerShdw blurRad="63500" sx="103000" sy="103000" algn="ctr" rotWithShape="0">
              <a:schemeClr val="tx1">
                <a:lumMod val="65000"/>
                <a:lumOff val="3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b="1" dirty="0">
                <a:solidFill>
                  <a:schemeClr val="bg1">
                    <a:lumMod val="95000"/>
                  </a:schemeClr>
                </a:solidFill>
              </a:rPr>
              <a:t>Some wrong datatypes</a:t>
            </a:r>
          </a:p>
        </p:txBody>
      </p:sp>
      <p:sp>
        <p:nvSpPr>
          <p:cNvPr id="6" name="Rectangle 5">
            <a:extLst>
              <a:ext uri="{FF2B5EF4-FFF2-40B4-BE49-F238E27FC236}">
                <a16:creationId xmlns:a16="http://schemas.microsoft.com/office/drawing/2014/main" id="{D093188A-9C64-B54B-0F42-BA49007A64BF}"/>
              </a:ext>
            </a:extLst>
          </p:cNvPr>
          <p:cNvSpPr/>
          <p:nvPr/>
        </p:nvSpPr>
        <p:spPr>
          <a:xfrm>
            <a:off x="5516574" y="1600199"/>
            <a:ext cx="1393371" cy="2405743"/>
          </a:xfrm>
          <a:prstGeom prst="rect">
            <a:avLst/>
          </a:prstGeom>
          <a:solidFill>
            <a:schemeClr val="accent5"/>
          </a:solidFill>
          <a:ln>
            <a:noFill/>
          </a:ln>
          <a:effectLst>
            <a:outerShdw blurRad="63500" sx="103000" sy="103000" algn="ctr" rotWithShape="0">
              <a:schemeClr val="tx1">
                <a:lumMod val="65000"/>
                <a:lumOff val="3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b="1" dirty="0">
                <a:solidFill>
                  <a:schemeClr val="bg1">
                    <a:lumMod val="95000"/>
                  </a:schemeClr>
                </a:solidFill>
              </a:rPr>
              <a:t>Null values and data quality.</a:t>
            </a:r>
          </a:p>
        </p:txBody>
      </p:sp>
      <p:sp>
        <p:nvSpPr>
          <p:cNvPr id="7" name="Rectangle 6">
            <a:extLst>
              <a:ext uri="{FF2B5EF4-FFF2-40B4-BE49-F238E27FC236}">
                <a16:creationId xmlns:a16="http://schemas.microsoft.com/office/drawing/2014/main" id="{FB2040A3-1584-0652-7A0C-FF8F069536A9}"/>
              </a:ext>
            </a:extLst>
          </p:cNvPr>
          <p:cNvSpPr/>
          <p:nvPr/>
        </p:nvSpPr>
        <p:spPr>
          <a:xfrm>
            <a:off x="5516574" y="1600199"/>
            <a:ext cx="1393371" cy="2405742"/>
          </a:xfrm>
          <a:prstGeom prst="rect">
            <a:avLst/>
          </a:prstGeom>
          <a:solidFill>
            <a:schemeClr val="accent5">
              <a:lumMod val="60000"/>
              <a:lumOff val="40000"/>
            </a:schemeClr>
          </a:solidFill>
          <a:ln>
            <a:noFill/>
          </a:ln>
          <a:effectLst>
            <a:outerShdw blurRad="63500" sx="103000" sy="103000" algn="ctr" rotWithShape="0">
              <a:schemeClr val="tx1">
                <a:lumMod val="65000"/>
                <a:lumOff val="3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b="1" dirty="0">
                <a:solidFill>
                  <a:schemeClr val="bg1">
                    <a:lumMod val="95000"/>
                  </a:schemeClr>
                </a:solidFill>
              </a:rPr>
              <a:t>E.g.:  Incorrect entries.</a:t>
            </a:r>
          </a:p>
        </p:txBody>
      </p:sp>
      <p:pic>
        <p:nvPicPr>
          <p:cNvPr id="8" name="Picture 7">
            <a:extLst>
              <a:ext uri="{FF2B5EF4-FFF2-40B4-BE49-F238E27FC236}">
                <a16:creationId xmlns:a16="http://schemas.microsoft.com/office/drawing/2014/main" id="{FC81D7C5-EC7F-449B-0277-3908756B1B24}"/>
              </a:ext>
            </a:extLst>
          </p:cNvPr>
          <p:cNvPicPr>
            <a:picLocks noChangeAspect="1"/>
          </p:cNvPicPr>
          <p:nvPr/>
        </p:nvPicPr>
        <p:blipFill>
          <a:blip r:embed="rId4">
            <a:alphaModFix amt="25000"/>
            <a:extLst>
              <a:ext uri="{28A0092B-C50C-407E-A947-70E740481C1C}">
                <a14:useLocalDpi xmlns:a14="http://schemas.microsoft.com/office/drawing/2010/main" val="0"/>
              </a:ext>
            </a:extLst>
          </a:blip>
          <a:stretch>
            <a:fillRect/>
          </a:stretch>
        </p:blipFill>
        <p:spPr>
          <a:xfrm rot="10800000">
            <a:off x="9879877" y="5304951"/>
            <a:ext cx="2312123" cy="1553049"/>
          </a:xfrm>
          <a:prstGeom prst="rect">
            <a:avLst/>
          </a:prstGeom>
          <a:effectLst>
            <a:outerShdw blurRad="76200" dir="13500000" sy="23000" kx="1200000" algn="br" rotWithShape="0">
              <a:prstClr val="black">
                <a:alpha val="20000"/>
              </a:prstClr>
            </a:outerShdw>
          </a:effectLst>
        </p:spPr>
      </p:pic>
      <p:sp>
        <p:nvSpPr>
          <p:cNvPr id="3" name="Rectangle 2">
            <a:extLst>
              <a:ext uri="{FF2B5EF4-FFF2-40B4-BE49-F238E27FC236}">
                <a16:creationId xmlns:a16="http://schemas.microsoft.com/office/drawing/2014/main" id="{BB37A391-D457-88A1-F8EF-F46239397768}"/>
              </a:ext>
            </a:extLst>
          </p:cNvPr>
          <p:cNvSpPr/>
          <p:nvPr/>
        </p:nvSpPr>
        <p:spPr>
          <a:xfrm>
            <a:off x="5529942" y="4054926"/>
            <a:ext cx="1393371" cy="2405742"/>
          </a:xfrm>
          <a:prstGeom prst="rect">
            <a:avLst/>
          </a:prstGeom>
          <a:solidFill>
            <a:srgbClr val="00B0F0"/>
          </a:solidFill>
          <a:ln>
            <a:noFill/>
          </a:ln>
          <a:effectLst>
            <a:outerShdw blurRad="63500" sx="103000" sy="103000" algn="ctr" rotWithShape="0">
              <a:schemeClr val="tx1">
                <a:lumMod val="65000"/>
                <a:lumOff val="3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b="1" dirty="0">
                <a:solidFill>
                  <a:schemeClr val="bg1">
                    <a:lumMod val="95000"/>
                  </a:schemeClr>
                </a:solidFill>
              </a:rPr>
              <a:t>Dataset duplicated &amp; renamed</a:t>
            </a:r>
          </a:p>
        </p:txBody>
      </p:sp>
      <p:sp>
        <p:nvSpPr>
          <p:cNvPr id="9" name="Rectangle 8">
            <a:extLst>
              <a:ext uri="{FF2B5EF4-FFF2-40B4-BE49-F238E27FC236}">
                <a16:creationId xmlns:a16="http://schemas.microsoft.com/office/drawing/2014/main" id="{A2041D1C-1878-D4E4-7B84-43278EC4E824}"/>
              </a:ext>
            </a:extLst>
          </p:cNvPr>
          <p:cNvSpPr/>
          <p:nvPr/>
        </p:nvSpPr>
        <p:spPr>
          <a:xfrm>
            <a:off x="5529942" y="4054926"/>
            <a:ext cx="1393371" cy="2405742"/>
          </a:xfrm>
          <a:prstGeom prst="rect">
            <a:avLst/>
          </a:prstGeom>
          <a:solidFill>
            <a:srgbClr val="00B050"/>
          </a:solidFill>
          <a:ln>
            <a:noFill/>
          </a:ln>
          <a:effectLst>
            <a:outerShdw blurRad="63500" sx="103000" sy="103000" algn="ctr" rotWithShape="0">
              <a:schemeClr val="tx1">
                <a:lumMod val="65000"/>
                <a:lumOff val="3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b="1" dirty="0">
                <a:solidFill>
                  <a:schemeClr val="bg1">
                    <a:lumMod val="95000"/>
                  </a:schemeClr>
                </a:solidFill>
              </a:rPr>
              <a:t>Updated column datatypes</a:t>
            </a:r>
          </a:p>
        </p:txBody>
      </p:sp>
      <p:sp>
        <p:nvSpPr>
          <p:cNvPr id="10" name="Rectangle 9">
            <a:extLst>
              <a:ext uri="{FF2B5EF4-FFF2-40B4-BE49-F238E27FC236}">
                <a16:creationId xmlns:a16="http://schemas.microsoft.com/office/drawing/2014/main" id="{996A4727-1DDF-A13C-85DE-89B260EA5DC1}"/>
              </a:ext>
            </a:extLst>
          </p:cNvPr>
          <p:cNvSpPr/>
          <p:nvPr/>
        </p:nvSpPr>
        <p:spPr>
          <a:xfrm>
            <a:off x="5529942" y="4054926"/>
            <a:ext cx="1393371" cy="2405743"/>
          </a:xfrm>
          <a:prstGeom prst="rect">
            <a:avLst/>
          </a:prstGeom>
          <a:solidFill>
            <a:srgbClr val="C00000"/>
          </a:solidFill>
          <a:ln>
            <a:noFill/>
          </a:ln>
          <a:effectLst>
            <a:outerShdw blurRad="63500" sx="103000" sy="103000" algn="ctr" rotWithShape="0">
              <a:schemeClr val="tx1">
                <a:lumMod val="65000"/>
                <a:lumOff val="3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b="1" dirty="0">
                <a:solidFill>
                  <a:schemeClr val="bg1">
                    <a:lumMod val="95000"/>
                  </a:schemeClr>
                </a:solidFill>
              </a:rPr>
              <a:t>Imputed missing values.</a:t>
            </a:r>
          </a:p>
        </p:txBody>
      </p:sp>
      <p:sp>
        <p:nvSpPr>
          <p:cNvPr id="11" name="Rectangle 10">
            <a:extLst>
              <a:ext uri="{FF2B5EF4-FFF2-40B4-BE49-F238E27FC236}">
                <a16:creationId xmlns:a16="http://schemas.microsoft.com/office/drawing/2014/main" id="{4F51F897-89E5-C7E3-1994-90E67295770C}"/>
              </a:ext>
            </a:extLst>
          </p:cNvPr>
          <p:cNvSpPr/>
          <p:nvPr/>
        </p:nvSpPr>
        <p:spPr>
          <a:xfrm>
            <a:off x="5529942" y="4054929"/>
            <a:ext cx="1393371" cy="2405742"/>
          </a:xfrm>
          <a:prstGeom prst="rect">
            <a:avLst/>
          </a:prstGeom>
          <a:solidFill>
            <a:schemeClr val="tx2">
              <a:lumMod val="75000"/>
              <a:lumOff val="25000"/>
            </a:schemeClr>
          </a:solidFill>
          <a:ln>
            <a:noFill/>
          </a:ln>
          <a:effectLst>
            <a:outerShdw blurRad="63500" sx="103000" sy="103000" algn="ctr" rotWithShape="0">
              <a:schemeClr val="tx1">
                <a:lumMod val="65000"/>
                <a:lumOff val="3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b="1" dirty="0">
                <a:solidFill>
                  <a:schemeClr val="bg1">
                    <a:lumMod val="95000"/>
                  </a:schemeClr>
                </a:solidFill>
              </a:rPr>
              <a:t>Ensured data validation.</a:t>
            </a:r>
          </a:p>
        </p:txBody>
      </p:sp>
      <p:sp>
        <p:nvSpPr>
          <p:cNvPr id="12" name="TextBox 11">
            <a:extLst>
              <a:ext uri="{FF2B5EF4-FFF2-40B4-BE49-F238E27FC236}">
                <a16:creationId xmlns:a16="http://schemas.microsoft.com/office/drawing/2014/main" id="{FCF7E7FD-9FE0-07F5-46C6-48340A3ADA25}"/>
              </a:ext>
            </a:extLst>
          </p:cNvPr>
          <p:cNvSpPr txBox="1"/>
          <p:nvPr/>
        </p:nvSpPr>
        <p:spPr>
          <a:xfrm>
            <a:off x="772886" y="2803070"/>
            <a:ext cx="4572000" cy="1938992"/>
          </a:xfrm>
          <a:prstGeom prst="rect">
            <a:avLst/>
          </a:prstGeom>
          <a:solidFill>
            <a:schemeClr val="accent2"/>
          </a:solidFill>
        </p:spPr>
        <p:txBody>
          <a:bodyPr wrap="square" rtlCol="0">
            <a:spAutoFit/>
          </a:bodyPr>
          <a:lstStyle/>
          <a:p>
            <a:pPr marL="285750" indent="-285750">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3 distinct approaches.</a:t>
            </a:r>
          </a:p>
          <a:p>
            <a:pPr marL="285750" indent="-285750">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Missing values in Revenue column.</a:t>
            </a:r>
          </a:p>
          <a:p>
            <a:pPr marL="285750" indent="-285750">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Set a threshold of 5% to drop or impute missing values with median value.</a:t>
            </a:r>
          </a:p>
          <a:p>
            <a:pPr marL="285750" indent="-285750">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Data validation: Wrong/Incorrect entries updated.</a:t>
            </a:r>
          </a:p>
        </p:txBody>
      </p:sp>
      <p:sp>
        <p:nvSpPr>
          <p:cNvPr id="16" name="Rectangle 15">
            <a:extLst>
              <a:ext uri="{FF2B5EF4-FFF2-40B4-BE49-F238E27FC236}">
                <a16:creationId xmlns:a16="http://schemas.microsoft.com/office/drawing/2014/main" id="{5EAC94F4-F8C2-25FA-3EB6-55568E0B694E}"/>
              </a:ext>
            </a:extLst>
          </p:cNvPr>
          <p:cNvSpPr/>
          <p:nvPr/>
        </p:nvSpPr>
        <p:spPr>
          <a:xfrm>
            <a:off x="5529942" y="1613116"/>
            <a:ext cx="1393371" cy="2405742"/>
          </a:xfrm>
          <a:prstGeom prst="rect">
            <a:avLst/>
          </a:prstGeom>
          <a:solidFill>
            <a:schemeClr val="accent2"/>
          </a:solidFill>
          <a:ln>
            <a:noFill/>
          </a:ln>
          <a:effectLst>
            <a:outerShdw blurRad="63500" sx="103000" sy="103000" algn="ctr" rotWithShape="0">
              <a:schemeClr val="tx1">
                <a:lumMod val="65000"/>
                <a:lumOff val="3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b="1" dirty="0">
                <a:solidFill>
                  <a:schemeClr val="bg1">
                    <a:lumMod val="95000"/>
                  </a:schemeClr>
                </a:solidFill>
              </a:rPr>
              <a:t>8 columns and 15000 rows</a:t>
            </a:r>
          </a:p>
        </p:txBody>
      </p:sp>
    </p:spTree>
    <p:extLst>
      <p:ext uri="{BB962C8B-B14F-4D97-AF65-F5344CB8AC3E}">
        <p14:creationId xmlns:p14="http://schemas.microsoft.com/office/powerpoint/2010/main" val="1039158092"/>
      </p:ext>
    </p:extLst>
  </p:cSld>
  <p:clrMapOvr>
    <a:masterClrMapping/>
  </p:clrMapOvr>
  <mc:AlternateContent xmlns:mc="http://schemas.openxmlformats.org/markup-compatibility/2006" xmlns:p14="http://schemas.microsoft.com/office/powerpoint/2010/main">
    <mc:Choice Requires="p14">
      <p:transition spd="slow" p14:dur="2000" advClick="0" advTm="400"/>
    </mc:Choice>
    <mc:Fallback xmlns="">
      <p:transition spd="slow" advClick="0" advTm="4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F0EB4-1345-4D7B-C4BA-4E5AD9F01D2D}"/>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4BFE1910-13B4-F274-2827-B50A4DFFF2F0}"/>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rot="19511144">
            <a:off x="14766" y="3840018"/>
            <a:ext cx="2492052" cy="2509869"/>
          </a:xfrm>
          <a:prstGeom prst="rect">
            <a:avLst/>
          </a:prstGeom>
          <a:effectLst>
            <a:outerShdw dist="254000" dir="7200000" algn="t" rotWithShape="0">
              <a:schemeClr val="bg1">
                <a:lumMod val="85000"/>
                <a:alpha val="40000"/>
              </a:schemeClr>
            </a:outerShdw>
          </a:effectLst>
        </p:spPr>
      </p:pic>
      <p:sp>
        <p:nvSpPr>
          <p:cNvPr id="4" name="Rectangle 3">
            <a:extLst>
              <a:ext uri="{FF2B5EF4-FFF2-40B4-BE49-F238E27FC236}">
                <a16:creationId xmlns:a16="http://schemas.microsoft.com/office/drawing/2014/main" id="{479AE8F3-5DCD-2D4E-B250-0FC8EAE2BA2B}"/>
              </a:ext>
            </a:extLst>
          </p:cNvPr>
          <p:cNvSpPr/>
          <p:nvPr/>
        </p:nvSpPr>
        <p:spPr>
          <a:xfrm>
            <a:off x="5529942" y="1600199"/>
            <a:ext cx="1393371" cy="2405742"/>
          </a:xfrm>
          <a:prstGeom prst="rect">
            <a:avLst/>
          </a:prstGeom>
          <a:solidFill>
            <a:schemeClr val="accent2"/>
          </a:solidFill>
          <a:ln>
            <a:noFill/>
          </a:ln>
          <a:effectLst>
            <a:outerShdw blurRad="63500" sx="103000" sy="103000" algn="ctr" rotWithShape="0">
              <a:schemeClr val="tx1">
                <a:lumMod val="65000"/>
                <a:lumOff val="3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b="1" dirty="0">
                <a:solidFill>
                  <a:schemeClr val="bg1">
                    <a:lumMod val="95000"/>
                  </a:schemeClr>
                </a:solidFill>
              </a:rPr>
              <a:t>8 columns and 15000 rows</a:t>
            </a:r>
          </a:p>
        </p:txBody>
      </p:sp>
      <p:sp>
        <p:nvSpPr>
          <p:cNvPr id="5" name="Rectangle: Rounded Corners 4">
            <a:extLst>
              <a:ext uri="{FF2B5EF4-FFF2-40B4-BE49-F238E27FC236}">
                <a16:creationId xmlns:a16="http://schemas.microsoft.com/office/drawing/2014/main" id="{50CB3A88-AEB3-1F34-E6EB-5B8BE405B706}"/>
              </a:ext>
            </a:extLst>
          </p:cNvPr>
          <p:cNvSpPr/>
          <p:nvPr/>
        </p:nvSpPr>
        <p:spPr>
          <a:xfrm>
            <a:off x="772886" y="359228"/>
            <a:ext cx="10646228" cy="957943"/>
          </a:xfrm>
          <a:prstGeom prst="roundRect">
            <a:avLst/>
          </a:prstGeom>
          <a:solidFill>
            <a:schemeClr val="bg1"/>
          </a:solidFill>
          <a:ln>
            <a:noFill/>
          </a:ln>
          <a:effectLst>
            <a:outerShdw dist="254000" dir="8100000" algn="tr" rotWithShape="0">
              <a:schemeClr val="tx2">
                <a:lumMod val="75000"/>
                <a:lumOff val="25000"/>
                <a:alpha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rgbClr val="FF0000"/>
                </a:solidFill>
              </a:rPr>
              <a:t>ABOUT THE DATASET</a:t>
            </a:r>
          </a:p>
        </p:txBody>
      </p:sp>
      <p:sp>
        <p:nvSpPr>
          <p:cNvPr id="2" name="Rectangle 1">
            <a:extLst>
              <a:ext uri="{FF2B5EF4-FFF2-40B4-BE49-F238E27FC236}">
                <a16:creationId xmlns:a16="http://schemas.microsoft.com/office/drawing/2014/main" id="{AB39F858-39D9-9E00-23B0-0363F2FB29C5}"/>
              </a:ext>
            </a:extLst>
          </p:cNvPr>
          <p:cNvSpPr/>
          <p:nvPr/>
        </p:nvSpPr>
        <p:spPr>
          <a:xfrm>
            <a:off x="6955971" y="1600199"/>
            <a:ext cx="1393371" cy="2405742"/>
          </a:xfrm>
          <a:prstGeom prst="rect">
            <a:avLst/>
          </a:prstGeom>
          <a:solidFill>
            <a:srgbClr val="FF0000"/>
          </a:solidFill>
          <a:ln>
            <a:noFill/>
          </a:ln>
          <a:effectLst>
            <a:outerShdw blurRad="63500" sx="103000" sy="103000" algn="ctr" rotWithShape="0">
              <a:schemeClr val="tx1">
                <a:lumMod val="65000"/>
                <a:lumOff val="3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b="1" dirty="0">
                <a:solidFill>
                  <a:schemeClr val="bg1">
                    <a:lumMod val="95000"/>
                  </a:schemeClr>
                </a:solidFill>
              </a:rPr>
              <a:t>Some wrong datatypes</a:t>
            </a:r>
          </a:p>
        </p:txBody>
      </p:sp>
      <p:sp>
        <p:nvSpPr>
          <p:cNvPr id="6" name="Rectangle 5">
            <a:extLst>
              <a:ext uri="{FF2B5EF4-FFF2-40B4-BE49-F238E27FC236}">
                <a16:creationId xmlns:a16="http://schemas.microsoft.com/office/drawing/2014/main" id="{3F870D2A-BB1D-DB39-D9DA-5A89E8C1D764}"/>
              </a:ext>
            </a:extLst>
          </p:cNvPr>
          <p:cNvSpPr/>
          <p:nvPr/>
        </p:nvSpPr>
        <p:spPr>
          <a:xfrm>
            <a:off x="8381999" y="1600199"/>
            <a:ext cx="1393371" cy="2405743"/>
          </a:xfrm>
          <a:prstGeom prst="rect">
            <a:avLst/>
          </a:prstGeom>
          <a:solidFill>
            <a:schemeClr val="accent5"/>
          </a:solidFill>
          <a:ln>
            <a:noFill/>
          </a:ln>
          <a:effectLst>
            <a:outerShdw blurRad="63500" sx="103000" sy="103000" algn="ctr" rotWithShape="0">
              <a:schemeClr val="tx1">
                <a:lumMod val="65000"/>
                <a:lumOff val="3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b="1" dirty="0">
                <a:solidFill>
                  <a:schemeClr val="bg1">
                    <a:lumMod val="95000"/>
                  </a:schemeClr>
                </a:solidFill>
              </a:rPr>
              <a:t>Null values and data quality.</a:t>
            </a:r>
          </a:p>
        </p:txBody>
      </p:sp>
      <p:sp>
        <p:nvSpPr>
          <p:cNvPr id="7" name="Rectangle 6">
            <a:extLst>
              <a:ext uri="{FF2B5EF4-FFF2-40B4-BE49-F238E27FC236}">
                <a16:creationId xmlns:a16="http://schemas.microsoft.com/office/drawing/2014/main" id="{CBDBBBF5-AAA1-D361-1265-9E30B9635B12}"/>
              </a:ext>
            </a:extLst>
          </p:cNvPr>
          <p:cNvSpPr/>
          <p:nvPr/>
        </p:nvSpPr>
        <p:spPr>
          <a:xfrm>
            <a:off x="9808028" y="1600202"/>
            <a:ext cx="1393371" cy="2405742"/>
          </a:xfrm>
          <a:prstGeom prst="rect">
            <a:avLst/>
          </a:prstGeom>
          <a:solidFill>
            <a:schemeClr val="accent5">
              <a:lumMod val="60000"/>
              <a:lumOff val="40000"/>
            </a:schemeClr>
          </a:solidFill>
          <a:ln>
            <a:noFill/>
          </a:ln>
          <a:effectLst>
            <a:outerShdw blurRad="63500" sx="103000" sy="103000" algn="ctr" rotWithShape="0">
              <a:schemeClr val="tx1">
                <a:lumMod val="65000"/>
                <a:lumOff val="3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b="1" dirty="0">
                <a:solidFill>
                  <a:schemeClr val="bg1">
                    <a:lumMod val="95000"/>
                  </a:schemeClr>
                </a:solidFill>
              </a:rPr>
              <a:t>E.g.:  Incorrect entries.</a:t>
            </a:r>
          </a:p>
        </p:txBody>
      </p:sp>
      <p:pic>
        <p:nvPicPr>
          <p:cNvPr id="8" name="Picture 7">
            <a:extLst>
              <a:ext uri="{FF2B5EF4-FFF2-40B4-BE49-F238E27FC236}">
                <a16:creationId xmlns:a16="http://schemas.microsoft.com/office/drawing/2014/main" id="{F83F526C-9C9D-E725-310E-7C2FA506C4D3}"/>
              </a:ext>
            </a:extLst>
          </p:cNvPr>
          <p:cNvPicPr>
            <a:picLocks noChangeAspect="1"/>
          </p:cNvPicPr>
          <p:nvPr/>
        </p:nvPicPr>
        <p:blipFill>
          <a:blip r:embed="rId4">
            <a:alphaModFix amt="25000"/>
            <a:extLst>
              <a:ext uri="{28A0092B-C50C-407E-A947-70E740481C1C}">
                <a14:useLocalDpi xmlns:a14="http://schemas.microsoft.com/office/drawing/2010/main" val="0"/>
              </a:ext>
            </a:extLst>
          </a:blip>
          <a:stretch>
            <a:fillRect/>
          </a:stretch>
        </p:blipFill>
        <p:spPr>
          <a:xfrm rot="10800000">
            <a:off x="9879877" y="5304951"/>
            <a:ext cx="2312123" cy="1553049"/>
          </a:xfrm>
          <a:prstGeom prst="rect">
            <a:avLst/>
          </a:prstGeom>
          <a:effectLst>
            <a:outerShdw blurRad="76200" dir="13500000" sy="23000" kx="1200000" algn="br" rotWithShape="0">
              <a:prstClr val="black">
                <a:alpha val="20000"/>
              </a:prstClr>
            </a:outerShdw>
          </a:effectLst>
        </p:spPr>
      </p:pic>
      <p:sp>
        <p:nvSpPr>
          <p:cNvPr id="3" name="Rectangle 2">
            <a:extLst>
              <a:ext uri="{FF2B5EF4-FFF2-40B4-BE49-F238E27FC236}">
                <a16:creationId xmlns:a16="http://schemas.microsoft.com/office/drawing/2014/main" id="{7A2F7D53-ECAC-8744-1186-4BD5661A39C1}"/>
              </a:ext>
            </a:extLst>
          </p:cNvPr>
          <p:cNvSpPr/>
          <p:nvPr/>
        </p:nvSpPr>
        <p:spPr>
          <a:xfrm>
            <a:off x="5529942" y="4054926"/>
            <a:ext cx="1393371" cy="2405742"/>
          </a:xfrm>
          <a:prstGeom prst="rect">
            <a:avLst/>
          </a:prstGeom>
          <a:solidFill>
            <a:srgbClr val="00B0F0"/>
          </a:solidFill>
          <a:ln>
            <a:noFill/>
          </a:ln>
          <a:effectLst>
            <a:outerShdw blurRad="63500" sx="103000" sy="103000" algn="ctr" rotWithShape="0">
              <a:schemeClr val="tx1">
                <a:lumMod val="65000"/>
                <a:lumOff val="3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b="1" dirty="0">
                <a:solidFill>
                  <a:schemeClr val="bg1">
                    <a:lumMod val="95000"/>
                  </a:schemeClr>
                </a:solidFill>
              </a:rPr>
              <a:t>Dataset duplicated &amp; renamed</a:t>
            </a:r>
          </a:p>
        </p:txBody>
      </p:sp>
      <p:sp>
        <p:nvSpPr>
          <p:cNvPr id="9" name="Rectangle 8">
            <a:extLst>
              <a:ext uri="{FF2B5EF4-FFF2-40B4-BE49-F238E27FC236}">
                <a16:creationId xmlns:a16="http://schemas.microsoft.com/office/drawing/2014/main" id="{8FFA42C1-6D7D-9141-B33F-524F8AD9D769}"/>
              </a:ext>
            </a:extLst>
          </p:cNvPr>
          <p:cNvSpPr/>
          <p:nvPr/>
        </p:nvSpPr>
        <p:spPr>
          <a:xfrm>
            <a:off x="6955971" y="4054926"/>
            <a:ext cx="1393371" cy="2405742"/>
          </a:xfrm>
          <a:prstGeom prst="rect">
            <a:avLst/>
          </a:prstGeom>
          <a:solidFill>
            <a:srgbClr val="00B050"/>
          </a:solidFill>
          <a:ln>
            <a:noFill/>
          </a:ln>
          <a:effectLst>
            <a:outerShdw blurRad="63500" sx="103000" sy="103000" algn="ctr" rotWithShape="0">
              <a:schemeClr val="tx1">
                <a:lumMod val="65000"/>
                <a:lumOff val="3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b="1" dirty="0">
                <a:solidFill>
                  <a:schemeClr val="bg1">
                    <a:lumMod val="95000"/>
                  </a:schemeClr>
                </a:solidFill>
              </a:rPr>
              <a:t>Updated column datatypes</a:t>
            </a:r>
          </a:p>
        </p:txBody>
      </p:sp>
      <p:sp>
        <p:nvSpPr>
          <p:cNvPr id="10" name="Rectangle 9">
            <a:extLst>
              <a:ext uri="{FF2B5EF4-FFF2-40B4-BE49-F238E27FC236}">
                <a16:creationId xmlns:a16="http://schemas.microsoft.com/office/drawing/2014/main" id="{72523BF9-2D4C-1B9B-E348-ED7A9ACE0F4C}"/>
              </a:ext>
            </a:extLst>
          </p:cNvPr>
          <p:cNvSpPr/>
          <p:nvPr/>
        </p:nvSpPr>
        <p:spPr>
          <a:xfrm>
            <a:off x="8381999" y="4054926"/>
            <a:ext cx="1393371" cy="2405743"/>
          </a:xfrm>
          <a:prstGeom prst="rect">
            <a:avLst/>
          </a:prstGeom>
          <a:solidFill>
            <a:srgbClr val="C00000"/>
          </a:solidFill>
          <a:ln>
            <a:noFill/>
          </a:ln>
          <a:effectLst>
            <a:outerShdw blurRad="63500" sx="103000" sy="103000" algn="ctr" rotWithShape="0">
              <a:schemeClr val="tx1">
                <a:lumMod val="65000"/>
                <a:lumOff val="3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b="1" dirty="0">
                <a:solidFill>
                  <a:schemeClr val="bg1">
                    <a:lumMod val="95000"/>
                  </a:schemeClr>
                </a:solidFill>
              </a:rPr>
              <a:t>Imputed missing values.</a:t>
            </a:r>
          </a:p>
        </p:txBody>
      </p:sp>
      <p:sp>
        <p:nvSpPr>
          <p:cNvPr id="11" name="Rectangle 10">
            <a:extLst>
              <a:ext uri="{FF2B5EF4-FFF2-40B4-BE49-F238E27FC236}">
                <a16:creationId xmlns:a16="http://schemas.microsoft.com/office/drawing/2014/main" id="{68CD22BD-9DB7-4879-4098-8DA87DDCAD31}"/>
              </a:ext>
            </a:extLst>
          </p:cNvPr>
          <p:cNvSpPr/>
          <p:nvPr/>
        </p:nvSpPr>
        <p:spPr>
          <a:xfrm>
            <a:off x="9808028" y="4054929"/>
            <a:ext cx="1393371" cy="2405742"/>
          </a:xfrm>
          <a:prstGeom prst="rect">
            <a:avLst/>
          </a:prstGeom>
          <a:solidFill>
            <a:schemeClr val="tx2">
              <a:lumMod val="75000"/>
              <a:lumOff val="25000"/>
            </a:schemeClr>
          </a:solidFill>
          <a:ln>
            <a:noFill/>
          </a:ln>
          <a:effectLst>
            <a:outerShdw blurRad="63500" sx="103000" sy="103000" algn="ctr" rotWithShape="0">
              <a:schemeClr val="tx1">
                <a:lumMod val="65000"/>
                <a:lumOff val="3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b="1" dirty="0">
                <a:solidFill>
                  <a:schemeClr val="bg1">
                    <a:lumMod val="95000"/>
                  </a:schemeClr>
                </a:solidFill>
              </a:rPr>
              <a:t>Ensured data validation.</a:t>
            </a:r>
          </a:p>
        </p:txBody>
      </p:sp>
      <p:sp>
        <p:nvSpPr>
          <p:cNvPr id="12" name="TextBox 11">
            <a:extLst>
              <a:ext uri="{FF2B5EF4-FFF2-40B4-BE49-F238E27FC236}">
                <a16:creationId xmlns:a16="http://schemas.microsoft.com/office/drawing/2014/main" id="{874B2217-8143-1CFF-5543-F716B3A1595E}"/>
              </a:ext>
            </a:extLst>
          </p:cNvPr>
          <p:cNvSpPr txBox="1"/>
          <p:nvPr/>
        </p:nvSpPr>
        <p:spPr>
          <a:xfrm>
            <a:off x="772886" y="2803070"/>
            <a:ext cx="4572000" cy="1938992"/>
          </a:xfrm>
          <a:prstGeom prst="rect">
            <a:avLst/>
          </a:prstGeom>
          <a:solidFill>
            <a:schemeClr val="accent2"/>
          </a:solidFill>
        </p:spPr>
        <p:txBody>
          <a:bodyPr wrap="square" rtlCol="0">
            <a:spAutoFit/>
          </a:bodyPr>
          <a:lstStyle/>
          <a:p>
            <a:pPr marL="285750" indent="-285750">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3 distinct approaches.</a:t>
            </a:r>
          </a:p>
          <a:p>
            <a:pPr marL="285750" indent="-285750">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Missing values in Revenue column.</a:t>
            </a:r>
          </a:p>
          <a:p>
            <a:pPr marL="285750" indent="-285750">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Set a threshold of 5% to drop or impute missing values with median value.</a:t>
            </a:r>
          </a:p>
          <a:p>
            <a:pPr marL="285750" indent="-285750">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Data validation: Wrong/Incorrect entries updated.</a:t>
            </a:r>
          </a:p>
        </p:txBody>
      </p:sp>
    </p:spTree>
    <p:extLst>
      <p:ext uri="{BB962C8B-B14F-4D97-AF65-F5344CB8AC3E}">
        <p14:creationId xmlns:p14="http://schemas.microsoft.com/office/powerpoint/2010/main" val="15004036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3721D-394A-2C7C-2F49-1997431688E0}"/>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C2220C7-B135-3B92-7ECB-F738639D27A6}"/>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rot="19511144">
            <a:off x="14766" y="3840018"/>
            <a:ext cx="2492052" cy="2509869"/>
          </a:xfrm>
          <a:prstGeom prst="rect">
            <a:avLst/>
          </a:prstGeom>
          <a:effectLst>
            <a:outerShdw dist="254000" dir="7200000" algn="t" rotWithShape="0">
              <a:schemeClr val="bg1">
                <a:lumMod val="85000"/>
                <a:alpha val="40000"/>
              </a:schemeClr>
            </a:outerShdw>
          </a:effectLst>
        </p:spPr>
      </p:pic>
      <p:sp>
        <p:nvSpPr>
          <p:cNvPr id="5" name="Rectangle: Rounded Corners 4">
            <a:extLst>
              <a:ext uri="{FF2B5EF4-FFF2-40B4-BE49-F238E27FC236}">
                <a16:creationId xmlns:a16="http://schemas.microsoft.com/office/drawing/2014/main" id="{65ED8A3B-060B-4C29-6ECC-D00304816B14}"/>
              </a:ext>
            </a:extLst>
          </p:cNvPr>
          <p:cNvSpPr/>
          <p:nvPr/>
        </p:nvSpPr>
        <p:spPr>
          <a:xfrm>
            <a:off x="772886" y="359228"/>
            <a:ext cx="10646228" cy="957943"/>
          </a:xfrm>
          <a:prstGeom prst="roundRect">
            <a:avLst/>
          </a:prstGeom>
          <a:solidFill>
            <a:schemeClr val="bg1"/>
          </a:solidFill>
          <a:ln>
            <a:noFill/>
          </a:ln>
          <a:effectLst>
            <a:outerShdw dist="254000" dir="8100000" algn="tr" rotWithShape="0">
              <a:schemeClr val="tx2">
                <a:lumMod val="75000"/>
                <a:lumOff val="25000"/>
                <a:alpha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rgbClr val="FF0000"/>
                </a:solidFill>
              </a:rPr>
              <a:t>FINDINGS &amp; INSIGHT</a:t>
            </a:r>
          </a:p>
        </p:txBody>
      </p:sp>
      <p:pic>
        <p:nvPicPr>
          <p:cNvPr id="8" name="Picture 7">
            <a:extLst>
              <a:ext uri="{FF2B5EF4-FFF2-40B4-BE49-F238E27FC236}">
                <a16:creationId xmlns:a16="http://schemas.microsoft.com/office/drawing/2014/main" id="{2D8A47BD-8F91-BFCB-0C81-5AB91C789950}"/>
              </a:ext>
            </a:extLst>
          </p:cNvPr>
          <p:cNvPicPr>
            <a:picLocks noChangeAspect="1"/>
          </p:cNvPicPr>
          <p:nvPr/>
        </p:nvPicPr>
        <p:blipFill>
          <a:blip r:embed="rId4">
            <a:alphaModFix amt="25000"/>
            <a:extLst>
              <a:ext uri="{28A0092B-C50C-407E-A947-70E740481C1C}">
                <a14:useLocalDpi xmlns:a14="http://schemas.microsoft.com/office/drawing/2010/main" val="0"/>
              </a:ext>
            </a:extLst>
          </a:blip>
          <a:stretch>
            <a:fillRect/>
          </a:stretch>
        </p:blipFill>
        <p:spPr>
          <a:xfrm rot="10800000">
            <a:off x="9879877" y="5304951"/>
            <a:ext cx="2312123" cy="1553049"/>
          </a:xfrm>
          <a:prstGeom prst="rect">
            <a:avLst/>
          </a:prstGeom>
          <a:effectLst>
            <a:outerShdw blurRad="76200" dir="13500000" sy="23000" kx="1200000" algn="br" rotWithShape="0">
              <a:prstClr val="black">
                <a:alpha val="20000"/>
              </a:prstClr>
            </a:outerShdw>
          </a:effectLst>
        </p:spPr>
      </p:pic>
      <p:grpSp>
        <p:nvGrpSpPr>
          <p:cNvPr id="19" name="Group 18">
            <a:extLst>
              <a:ext uri="{FF2B5EF4-FFF2-40B4-BE49-F238E27FC236}">
                <a16:creationId xmlns:a16="http://schemas.microsoft.com/office/drawing/2014/main" id="{53F12E62-E3FD-FA7D-C316-F01CEDA15AA1}"/>
              </a:ext>
            </a:extLst>
          </p:cNvPr>
          <p:cNvGrpSpPr/>
          <p:nvPr/>
        </p:nvGrpSpPr>
        <p:grpSpPr>
          <a:xfrm>
            <a:off x="5845629" y="1817914"/>
            <a:ext cx="5236028" cy="4642755"/>
            <a:chOff x="5845629" y="1817914"/>
            <a:chExt cx="3810000" cy="4642755"/>
          </a:xfrm>
        </p:grpSpPr>
        <p:sp>
          <p:nvSpPr>
            <p:cNvPr id="6" name="Rectangle 5">
              <a:extLst>
                <a:ext uri="{FF2B5EF4-FFF2-40B4-BE49-F238E27FC236}">
                  <a16:creationId xmlns:a16="http://schemas.microsoft.com/office/drawing/2014/main" id="{C74DD564-190C-DD6B-EE56-C850012DD396}"/>
                </a:ext>
              </a:extLst>
            </p:cNvPr>
            <p:cNvSpPr/>
            <p:nvPr/>
          </p:nvSpPr>
          <p:spPr>
            <a:xfrm>
              <a:off x="5845629" y="1817914"/>
              <a:ext cx="3810000" cy="4642755"/>
            </a:xfrm>
            <a:prstGeom prst="rect">
              <a:avLst/>
            </a:prstGeom>
            <a:solidFill>
              <a:schemeClr val="bg1">
                <a:lumMod val="95000"/>
              </a:schemeClr>
            </a:solidFill>
            <a:ln>
              <a:noFill/>
            </a:ln>
            <a:effectLst>
              <a:outerShdw blurRad="63500" sx="103000" sy="103000" algn="ctr" rotWithShape="0">
                <a:schemeClr val="tx1">
                  <a:lumMod val="65000"/>
                  <a:lumOff val="3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b="1" dirty="0">
                <a:solidFill>
                  <a:schemeClr val="bg1">
                    <a:lumMod val="95000"/>
                  </a:schemeClr>
                </a:solidFill>
              </a:endParaRPr>
            </a:p>
          </p:txBody>
        </p:sp>
        <p:sp>
          <p:nvSpPr>
            <p:cNvPr id="11" name="Rectangle 10">
              <a:extLst>
                <a:ext uri="{FF2B5EF4-FFF2-40B4-BE49-F238E27FC236}">
                  <a16:creationId xmlns:a16="http://schemas.microsoft.com/office/drawing/2014/main" id="{8522425D-EE4E-D180-6F81-E7C72FB1971B}"/>
                </a:ext>
              </a:extLst>
            </p:cNvPr>
            <p:cNvSpPr/>
            <p:nvPr/>
          </p:nvSpPr>
          <p:spPr>
            <a:xfrm>
              <a:off x="5845629" y="2536371"/>
              <a:ext cx="1110342" cy="3924297"/>
            </a:xfrm>
            <a:prstGeom prst="rect">
              <a:avLst/>
            </a:prstGeom>
            <a:solidFill>
              <a:schemeClr val="tx2">
                <a:lumMod val="75000"/>
                <a:lumOff val="25000"/>
              </a:schemeClr>
            </a:solidFill>
            <a:ln>
              <a:noFill/>
            </a:ln>
            <a:effectLst>
              <a:outerShdw blurRad="63500" sx="103000" sy="103000" algn="ctr" rotWithShape="0">
                <a:schemeClr val="tx1">
                  <a:lumMod val="65000"/>
                  <a:lumOff val="3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b="1" dirty="0">
                <a:solidFill>
                  <a:schemeClr val="bg1">
                    <a:lumMod val="95000"/>
                  </a:schemeClr>
                </a:solidFill>
              </a:endParaRPr>
            </a:p>
          </p:txBody>
        </p:sp>
        <p:sp>
          <p:nvSpPr>
            <p:cNvPr id="13" name="Rectangle 12">
              <a:extLst>
                <a:ext uri="{FF2B5EF4-FFF2-40B4-BE49-F238E27FC236}">
                  <a16:creationId xmlns:a16="http://schemas.microsoft.com/office/drawing/2014/main" id="{CDE4B710-F050-E7F0-8575-179300E37734}"/>
                </a:ext>
              </a:extLst>
            </p:cNvPr>
            <p:cNvSpPr/>
            <p:nvPr/>
          </p:nvSpPr>
          <p:spPr>
            <a:xfrm>
              <a:off x="7060478" y="3886200"/>
              <a:ext cx="1110342" cy="2574468"/>
            </a:xfrm>
            <a:prstGeom prst="rect">
              <a:avLst/>
            </a:prstGeom>
            <a:solidFill>
              <a:schemeClr val="tx2">
                <a:lumMod val="75000"/>
                <a:lumOff val="25000"/>
              </a:schemeClr>
            </a:solidFill>
            <a:ln>
              <a:noFill/>
            </a:ln>
            <a:effectLst>
              <a:outerShdw blurRad="63500" sx="103000" sy="103000" algn="ctr" rotWithShape="0">
                <a:schemeClr val="tx1">
                  <a:lumMod val="65000"/>
                  <a:lumOff val="3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b="1" dirty="0">
                <a:solidFill>
                  <a:schemeClr val="bg1">
                    <a:lumMod val="95000"/>
                  </a:schemeClr>
                </a:solidFill>
              </a:endParaRPr>
            </a:p>
          </p:txBody>
        </p:sp>
        <p:sp>
          <p:nvSpPr>
            <p:cNvPr id="14" name="Rectangle 13">
              <a:extLst>
                <a:ext uri="{FF2B5EF4-FFF2-40B4-BE49-F238E27FC236}">
                  <a16:creationId xmlns:a16="http://schemas.microsoft.com/office/drawing/2014/main" id="{E6970ECC-406D-761D-2160-232F1B522909}"/>
                </a:ext>
              </a:extLst>
            </p:cNvPr>
            <p:cNvSpPr/>
            <p:nvPr/>
          </p:nvSpPr>
          <p:spPr>
            <a:xfrm>
              <a:off x="8275327" y="4811486"/>
              <a:ext cx="1110342" cy="1649182"/>
            </a:xfrm>
            <a:prstGeom prst="rect">
              <a:avLst/>
            </a:prstGeom>
            <a:solidFill>
              <a:schemeClr val="tx2">
                <a:lumMod val="75000"/>
                <a:lumOff val="25000"/>
              </a:schemeClr>
            </a:solidFill>
            <a:ln>
              <a:noFill/>
            </a:ln>
            <a:effectLst>
              <a:outerShdw blurRad="63500" sx="103000" sy="103000" algn="ctr" rotWithShape="0">
                <a:schemeClr val="tx1">
                  <a:lumMod val="65000"/>
                  <a:lumOff val="3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b="1" dirty="0">
                <a:solidFill>
                  <a:schemeClr val="bg1">
                    <a:lumMod val="95000"/>
                  </a:schemeClr>
                </a:solidFill>
              </a:endParaRPr>
            </a:p>
          </p:txBody>
        </p:sp>
        <p:sp>
          <p:nvSpPr>
            <p:cNvPr id="15" name="TextBox 14">
              <a:extLst>
                <a:ext uri="{FF2B5EF4-FFF2-40B4-BE49-F238E27FC236}">
                  <a16:creationId xmlns:a16="http://schemas.microsoft.com/office/drawing/2014/main" id="{39B06043-797F-C66F-F19B-897675CD56AF}"/>
                </a:ext>
              </a:extLst>
            </p:cNvPr>
            <p:cNvSpPr txBox="1"/>
            <p:nvPr/>
          </p:nvSpPr>
          <p:spPr>
            <a:xfrm>
              <a:off x="6630407" y="1915533"/>
              <a:ext cx="2200091" cy="584775"/>
            </a:xfrm>
            <a:prstGeom prst="rect">
              <a:avLst/>
            </a:prstGeom>
            <a:noFill/>
          </p:spPr>
          <p:txBody>
            <a:bodyPr wrap="square" rtlCol="0">
              <a:spAutoFit/>
            </a:bodyPr>
            <a:lstStyle/>
            <a:p>
              <a:pPr algn="ctr"/>
              <a:r>
                <a:rPr lang="en-US" sz="1600" b="1" dirty="0">
                  <a:solidFill>
                    <a:schemeClr val="tx1">
                      <a:lumMod val="50000"/>
                      <a:lumOff val="50000"/>
                    </a:schemeClr>
                  </a:solidFill>
                </a:rPr>
                <a:t>Total Customers by approach</a:t>
              </a:r>
            </a:p>
          </p:txBody>
        </p:sp>
        <p:sp>
          <p:nvSpPr>
            <p:cNvPr id="16" name="TextBox 15">
              <a:extLst>
                <a:ext uri="{FF2B5EF4-FFF2-40B4-BE49-F238E27FC236}">
                  <a16:creationId xmlns:a16="http://schemas.microsoft.com/office/drawing/2014/main" id="{CD9BD15E-5389-BDC2-524D-95A894727B8B}"/>
                </a:ext>
              </a:extLst>
            </p:cNvPr>
            <p:cNvSpPr txBox="1"/>
            <p:nvPr/>
          </p:nvSpPr>
          <p:spPr>
            <a:xfrm>
              <a:off x="8561748" y="4534486"/>
              <a:ext cx="537499" cy="276999"/>
            </a:xfrm>
            <a:prstGeom prst="rect">
              <a:avLst/>
            </a:prstGeom>
            <a:noFill/>
          </p:spPr>
          <p:txBody>
            <a:bodyPr wrap="square" rtlCol="0">
              <a:spAutoFit/>
            </a:bodyPr>
            <a:lstStyle/>
            <a:p>
              <a:r>
                <a:rPr lang="en-US" sz="1200" b="1" dirty="0">
                  <a:solidFill>
                    <a:schemeClr val="tx1">
                      <a:lumMod val="65000"/>
                      <a:lumOff val="35000"/>
                    </a:schemeClr>
                  </a:solidFill>
                </a:rPr>
                <a:t>2572</a:t>
              </a:r>
            </a:p>
          </p:txBody>
        </p:sp>
        <p:sp>
          <p:nvSpPr>
            <p:cNvPr id="17" name="TextBox 16">
              <a:extLst>
                <a:ext uri="{FF2B5EF4-FFF2-40B4-BE49-F238E27FC236}">
                  <a16:creationId xmlns:a16="http://schemas.microsoft.com/office/drawing/2014/main" id="{6B42A77B-170A-4181-BBB1-5586B58155B0}"/>
                </a:ext>
              </a:extLst>
            </p:cNvPr>
            <p:cNvSpPr txBox="1"/>
            <p:nvPr/>
          </p:nvSpPr>
          <p:spPr>
            <a:xfrm>
              <a:off x="7304621" y="3609199"/>
              <a:ext cx="612302" cy="276999"/>
            </a:xfrm>
            <a:prstGeom prst="rect">
              <a:avLst/>
            </a:prstGeom>
            <a:noFill/>
          </p:spPr>
          <p:txBody>
            <a:bodyPr wrap="square" rtlCol="0">
              <a:spAutoFit/>
            </a:bodyPr>
            <a:lstStyle/>
            <a:p>
              <a:pPr algn="ctr"/>
              <a:r>
                <a:rPr lang="en-US" sz="1200" b="1" dirty="0">
                  <a:solidFill>
                    <a:schemeClr val="tx1">
                      <a:lumMod val="65000"/>
                      <a:lumOff val="35000"/>
                    </a:schemeClr>
                  </a:solidFill>
                </a:rPr>
                <a:t>4962</a:t>
              </a:r>
            </a:p>
          </p:txBody>
        </p:sp>
        <p:sp>
          <p:nvSpPr>
            <p:cNvPr id="18" name="TextBox 17">
              <a:extLst>
                <a:ext uri="{FF2B5EF4-FFF2-40B4-BE49-F238E27FC236}">
                  <a16:creationId xmlns:a16="http://schemas.microsoft.com/office/drawing/2014/main" id="{F179E179-AA96-CC7A-39C9-49C1F22DA37A}"/>
                </a:ext>
              </a:extLst>
            </p:cNvPr>
            <p:cNvSpPr txBox="1"/>
            <p:nvPr/>
          </p:nvSpPr>
          <p:spPr>
            <a:xfrm>
              <a:off x="6073883" y="2246945"/>
              <a:ext cx="612302" cy="276999"/>
            </a:xfrm>
            <a:prstGeom prst="rect">
              <a:avLst/>
            </a:prstGeom>
            <a:noFill/>
          </p:spPr>
          <p:txBody>
            <a:bodyPr wrap="square" rtlCol="0">
              <a:spAutoFit/>
            </a:bodyPr>
            <a:lstStyle/>
            <a:p>
              <a:pPr algn="ctr"/>
              <a:r>
                <a:rPr lang="en-US" sz="1200" b="1" dirty="0">
                  <a:solidFill>
                    <a:schemeClr val="tx1">
                      <a:lumMod val="65000"/>
                      <a:lumOff val="35000"/>
                    </a:schemeClr>
                  </a:solidFill>
                </a:rPr>
                <a:t>7466</a:t>
              </a:r>
            </a:p>
          </p:txBody>
        </p:sp>
      </p:grpSp>
      <p:sp>
        <p:nvSpPr>
          <p:cNvPr id="20" name="TextBox 19">
            <a:extLst>
              <a:ext uri="{FF2B5EF4-FFF2-40B4-BE49-F238E27FC236}">
                <a16:creationId xmlns:a16="http://schemas.microsoft.com/office/drawing/2014/main" id="{636C9C2C-F56B-4ED1-78C6-2ED5FE5AB4A1}"/>
              </a:ext>
            </a:extLst>
          </p:cNvPr>
          <p:cNvSpPr txBox="1"/>
          <p:nvPr/>
        </p:nvSpPr>
        <p:spPr>
          <a:xfrm>
            <a:off x="9424356" y="6536224"/>
            <a:ext cx="911042" cy="246221"/>
          </a:xfrm>
          <a:prstGeom prst="rect">
            <a:avLst/>
          </a:prstGeom>
          <a:noFill/>
        </p:spPr>
        <p:txBody>
          <a:bodyPr wrap="square" rtlCol="0">
            <a:spAutoFit/>
          </a:bodyPr>
          <a:lstStyle/>
          <a:p>
            <a:r>
              <a:rPr lang="en-US" sz="1000" b="1" dirty="0">
                <a:solidFill>
                  <a:schemeClr val="tx1">
                    <a:lumMod val="65000"/>
                    <a:lumOff val="35000"/>
                  </a:schemeClr>
                </a:solidFill>
              </a:rPr>
              <a:t>Email + Call</a:t>
            </a:r>
          </a:p>
        </p:txBody>
      </p:sp>
      <p:sp>
        <p:nvSpPr>
          <p:cNvPr id="21" name="TextBox 20">
            <a:extLst>
              <a:ext uri="{FF2B5EF4-FFF2-40B4-BE49-F238E27FC236}">
                <a16:creationId xmlns:a16="http://schemas.microsoft.com/office/drawing/2014/main" id="{BA79C484-F551-799B-B23F-A6524393C12C}"/>
              </a:ext>
            </a:extLst>
          </p:cNvPr>
          <p:cNvSpPr txBox="1"/>
          <p:nvPr/>
        </p:nvSpPr>
        <p:spPr>
          <a:xfrm>
            <a:off x="7973937" y="6525806"/>
            <a:ext cx="608407" cy="253916"/>
          </a:xfrm>
          <a:prstGeom prst="rect">
            <a:avLst/>
          </a:prstGeom>
          <a:noFill/>
        </p:spPr>
        <p:txBody>
          <a:bodyPr wrap="square" rtlCol="0">
            <a:spAutoFit/>
          </a:bodyPr>
          <a:lstStyle/>
          <a:p>
            <a:r>
              <a:rPr lang="en-US" sz="1050" b="1" dirty="0">
                <a:solidFill>
                  <a:schemeClr val="tx1">
                    <a:lumMod val="65000"/>
                    <a:lumOff val="35000"/>
                  </a:schemeClr>
                </a:solidFill>
              </a:rPr>
              <a:t>Call</a:t>
            </a:r>
          </a:p>
        </p:txBody>
      </p:sp>
      <p:sp>
        <p:nvSpPr>
          <p:cNvPr id="22" name="TextBox 21">
            <a:extLst>
              <a:ext uri="{FF2B5EF4-FFF2-40B4-BE49-F238E27FC236}">
                <a16:creationId xmlns:a16="http://schemas.microsoft.com/office/drawing/2014/main" id="{EBDA5FE3-74DB-25DD-8986-67797EEA403F}"/>
              </a:ext>
            </a:extLst>
          </p:cNvPr>
          <p:cNvSpPr txBox="1"/>
          <p:nvPr/>
        </p:nvSpPr>
        <p:spPr>
          <a:xfrm>
            <a:off x="6275850" y="6532377"/>
            <a:ext cx="608407" cy="253916"/>
          </a:xfrm>
          <a:prstGeom prst="rect">
            <a:avLst/>
          </a:prstGeom>
          <a:noFill/>
        </p:spPr>
        <p:txBody>
          <a:bodyPr wrap="square" rtlCol="0">
            <a:spAutoFit/>
          </a:bodyPr>
          <a:lstStyle/>
          <a:p>
            <a:r>
              <a:rPr lang="en-US" sz="1050" b="1" dirty="0">
                <a:solidFill>
                  <a:schemeClr val="tx1">
                    <a:lumMod val="65000"/>
                    <a:lumOff val="35000"/>
                  </a:schemeClr>
                </a:solidFill>
              </a:rPr>
              <a:t>Email</a:t>
            </a:r>
          </a:p>
        </p:txBody>
      </p:sp>
      <p:sp>
        <p:nvSpPr>
          <p:cNvPr id="23" name="TextBox 22">
            <a:extLst>
              <a:ext uri="{FF2B5EF4-FFF2-40B4-BE49-F238E27FC236}">
                <a16:creationId xmlns:a16="http://schemas.microsoft.com/office/drawing/2014/main" id="{344D65E8-9077-E66F-9F7C-856FC595061D}"/>
              </a:ext>
            </a:extLst>
          </p:cNvPr>
          <p:cNvSpPr txBox="1"/>
          <p:nvPr/>
        </p:nvSpPr>
        <p:spPr>
          <a:xfrm>
            <a:off x="714126" y="2932090"/>
            <a:ext cx="4617369" cy="1692771"/>
          </a:xfrm>
          <a:prstGeom prst="rect">
            <a:avLst/>
          </a:prstGeom>
          <a:solidFill>
            <a:schemeClr val="accent2"/>
          </a:solid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15,000 TOTAL CUSTOMERS.</a:t>
            </a:r>
          </a:p>
          <a:p>
            <a:endParaRPr lang="en-US" sz="2000"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Email strategy: 7466 customers.</a:t>
            </a:r>
          </a:p>
          <a:p>
            <a:pPr marL="285750" indent="-285750">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Call strategy : 4962 customers.</a:t>
            </a:r>
          </a:p>
          <a:p>
            <a:pPr marL="285750" indent="-285750">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Email + Call strategy: 2572 customers.</a:t>
            </a:r>
          </a:p>
        </p:txBody>
      </p:sp>
    </p:spTree>
    <p:extLst>
      <p:ext uri="{BB962C8B-B14F-4D97-AF65-F5344CB8AC3E}">
        <p14:creationId xmlns:p14="http://schemas.microsoft.com/office/powerpoint/2010/main" val="25791704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F44BF-403A-708E-0976-3C4A43D4963F}"/>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84F7C10-8C0B-FAD2-36EC-5DF6C6082FD8}"/>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rot="19181213">
            <a:off x="-135683" y="3691361"/>
            <a:ext cx="2492052" cy="2509869"/>
          </a:xfrm>
          <a:prstGeom prst="rect">
            <a:avLst/>
          </a:prstGeom>
          <a:effectLst>
            <a:outerShdw blurRad="50800" dist="215900" dir="19200000" algn="bl" rotWithShape="0">
              <a:prstClr val="black">
                <a:alpha val="40000"/>
              </a:prstClr>
            </a:outerShdw>
          </a:effectLst>
        </p:spPr>
      </p:pic>
      <p:sp>
        <p:nvSpPr>
          <p:cNvPr id="5" name="Rectangle: Rounded Corners 4">
            <a:extLst>
              <a:ext uri="{FF2B5EF4-FFF2-40B4-BE49-F238E27FC236}">
                <a16:creationId xmlns:a16="http://schemas.microsoft.com/office/drawing/2014/main" id="{26D9D03A-7067-7854-E2BD-5F1F517317F0}"/>
              </a:ext>
            </a:extLst>
          </p:cNvPr>
          <p:cNvSpPr/>
          <p:nvPr/>
        </p:nvSpPr>
        <p:spPr>
          <a:xfrm>
            <a:off x="772886" y="359228"/>
            <a:ext cx="10646228" cy="957943"/>
          </a:xfrm>
          <a:prstGeom prst="roundRect">
            <a:avLst/>
          </a:prstGeom>
          <a:solidFill>
            <a:schemeClr val="bg1"/>
          </a:solidFill>
          <a:ln>
            <a:noFill/>
          </a:ln>
          <a:effectLst>
            <a:outerShdw dist="254000" dir="8100000" algn="tr" rotWithShape="0">
              <a:schemeClr val="tx2">
                <a:lumMod val="75000"/>
                <a:lumOff val="25000"/>
                <a:alpha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rgbClr val="FF0000"/>
                </a:solidFill>
              </a:rPr>
              <a:t>FINDINGS &amp; INSIGHTS</a:t>
            </a:r>
          </a:p>
        </p:txBody>
      </p:sp>
      <p:pic>
        <p:nvPicPr>
          <p:cNvPr id="8" name="Picture 7">
            <a:extLst>
              <a:ext uri="{FF2B5EF4-FFF2-40B4-BE49-F238E27FC236}">
                <a16:creationId xmlns:a16="http://schemas.microsoft.com/office/drawing/2014/main" id="{4182AB69-37E1-441B-49FF-4F610A8AD6F6}"/>
              </a:ext>
            </a:extLst>
          </p:cNvPr>
          <p:cNvPicPr>
            <a:picLocks noChangeAspect="1"/>
          </p:cNvPicPr>
          <p:nvPr/>
        </p:nvPicPr>
        <p:blipFill>
          <a:blip r:embed="rId4">
            <a:alphaModFix amt="25000"/>
            <a:extLst>
              <a:ext uri="{28A0092B-C50C-407E-A947-70E740481C1C}">
                <a14:useLocalDpi xmlns:a14="http://schemas.microsoft.com/office/drawing/2010/main" val="0"/>
              </a:ext>
            </a:extLst>
          </a:blip>
          <a:stretch>
            <a:fillRect/>
          </a:stretch>
        </p:blipFill>
        <p:spPr>
          <a:xfrm rot="10800000">
            <a:off x="9879877" y="5304951"/>
            <a:ext cx="2312123" cy="1553049"/>
          </a:xfrm>
          <a:prstGeom prst="rect">
            <a:avLst/>
          </a:prstGeom>
          <a:effectLst>
            <a:outerShdw blurRad="76200" dir="13500000" sy="23000" kx="1200000" algn="br" rotWithShape="0">
              <a:prstClr val="black">
                <a:alpha val="20000"/>
              </a:prstClr>
            </a:outerShdw>
          </a:effectLst>
        </p:spPr>
      </p:pic>
      <p:sp>
        <p:nvSpPr>
          <p:cNvPr id="12" name="TextBox 11">
            <a:extLst>
              <a:ext uri="{FF2B5EF4-FFF2-40B4-BE49-F238E27FC236}">
                <a16:creationId xmlns:a16="http://schemas.microsoft.com/office/drawing/2014/main" id="{45FDD55F-E017-F135-0E96-194A98F8E5F5}"/>
              </a:ext>
            </a:extLst>
          </p:cNvPr>
          <p:cNvSpPr txBox="1"/>
          <p:nvPr/>
        </p:nvSpPr>
        <p:spPr>
          <a:xfrm>
            <a:off x="772886" y="2803070"/>
            <a:ext cx="4408714" cy="1631216"/>
          </a:xfrm>
          <a:prstGeom prst="rect">
            <a:avLst/>
          </a:prstGeom>
          <a:solidFill>
            <a:schemeClr val="accent2"/>
          </a:solidFill>
        </p:spPr>
        <p:txBody>
          <a:bodyPr wrap="square" rtlCol="0">
            <a:spAutoFit/>
          </a:bodyPr>
          <a:lstStyle/>
          <a:p>
            <a:pPr marL="285750" indent="-285750">
              <a:buFont typeface="Arial" panose="020B0604020202020204" pitchFamily="34" charset="0"/>
              <a:buChar char="•"/>
            </a:pPr>
            <a:r>
              <a:rPr lang="en-US" sz="2000" dirty="0">
                <a:solidFill>
                  <a:schemeClr val="bg1"/>
                </a:solidFill>
              </a:rPr>
              <a:t>Overall spread of revenue is between 80 – 100.</a:t>
            </a:r>
          </a:p>
          <a:p>
            <a:endParaRPr lang="en-US" sz="2000" dirty="0">
              <a:solidFill>
                <a:schemeClr val="bg1"/>
              </a:solidFill>
            </a:endParaRPr>
          </a:p>
          <a:p>
            <a:pPr marL="285750" indent="-285750">
              <a:buFont typeface="Arial" panose="020B0604020202020204" pitchFamily="34" charset="0"/>
              <a:buChar char="•"/>
            </a:pPr>
            <a:r>
              <a:rPr lang="en-US" sz="2000" dirty="0">
                <a:solidFill>
                  <a:schemeClr val="bg1"/>
                </a:solidFill>
              </a:rPr>
              <a:t>Spread of revenue by each method ranges from 50 – 180.</a:t>
            </a:r>
            <a:endParaRPr lang="en-US" sz="2000" dirty="0">
              <a:solidFill>
                <a:schemeClr val="bg1"/>
              </a:solidFill>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0EEAF4D6-EB60-363B-B5BA-06A339C75115}"/>
              </a:ext>
            </a:extLst>
          </p:cNvPr>
          <p:cNvSpPr/>
          <p:nvPr/>
        </p:nvSpPr>
        <p:spPr>
          <a:xfrm>
            <a:off x="5344886" y="1817914"/>
            <a:ext cx="5736771" cy="4642755"/>
          </a:xfrm>
          <a:prstGeom prst="rect">
            <a:avLst/>
          </a:prstGeom>
          <a:solidFill>
            <a:schemeClr val="bg1">
              <a:lumMod val="95000"/>
            </a:schemeClr>
          </a:solidFill>
          <a:ln>
            <a:noFill/>
          </a:ln>
          <a:effectLst>
            <a:outerShdw blurRad="63500" sx="103000" sy="103000" algn="ctr" rotWithShape="0">
              <a:schemeClr val="tx1">
                <a:lumMod val="65000"/>
                <a:lumOff val="3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b="1" dirty="0">
              <a:solidFill>
                <a:schemeClr val="bg1">
                  <a:lumMod val="95000"/>
                </a:schemeClr>
              </a:solidFill>
            </a:endParaRPr>
          </a:p>
        </p:txBody>
      </p:sp>
      <p:pic>
        <p:nvPicPr>
          <p:cNvPr id="7" name="Picture 6">
            <a:extLst>
              <a:ext uri="{FF2B5EF4-FFF2-40B4-BE49-F238E27FC236}">
                <a16:creationId xmlns:a16="http://schemas.microsoft.com/office/drawing/2014/main" id="{0E49F9D4-44AB-6912-D6BC-67F4C7D9CDE9}"/>
              </a:ext>
            </a:extLst>
          </p:cNvPr>
          <p:cNvPicPr>
            <a:picLocks noChangeAspect="1"/>
          </p:cNvPicPr>
          <p:nvPr/>
        </p:nvPicPr>
        <p:blipFill>
          <a:blip r:embed="rId5"/>
          <a:stretch>
            <a:fillRect/>
          </a:stretch>
        </p:blipFill>
        <p:spPr>
          <a:xfrm>
            <a:off x="5344885" y="1817914"/>
            <a:ext cx="5736772" cy="4611879"/>
          </a:xfrm>
          <a:prstGeom prst="rect">
            <a:avLst/>
          </a:prstGeom>
        </p:spPr>
      </p:pic>
    </p:spTree>
    <p:extLst>
      <p:ext uri="{BB962C8B-B14F-4D97-AF65-F5344CB8AC3E}">
        <p14:creationId xmlns:p14="http://schemas.microsoft.com/office/powerpoint/2010/main" val="8833894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B5B8A-2629-8478-8FCC-2405CA34B29E}"/>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3213A057-AE29-A38B-E76C-30479FF30EB4}"/>
              </a:ext>
            </a:extLst>
          </p:cNvPr>
          <p:cNvSpPr/>
          <p:nvPr/>
        </p:nvSpPr>
        <p:spPr>
          <a:xfrm>
            <a:off x="772886" y="359228"/>
            <a:ext cx="10646228" cy="957943"/>
          </a:xfrm>
          <a:prstGeom prst="roundRect">
            <a:avLst/>
          </a:prstGeom>
          <a:solidFill>
            <a:schemeClr val="bg1"/>
          </a:solidFill>
          <a:ln>
            <a:noFill/>
          </a:ln>
          <a:effectLst>
            <a:outerShdw dist="254000" dir="8100000" algn="tr" rotWithShape="0">
              <a:schemeClr val="tx2">
                <a:lumMod val="75000"/>
                <a:lumOff val="25000"/>
                <a:alpha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rgbClr val="FF0000"/>
                </a:solidFill>
              </a:rPr>
              <a:t>FINDINGS &amp; INSIGHTS</a:t>
            </a:r>
          </a:p>
        </p:txBody>
      </p:sp>
      <p:pic>
        <p:nvPicPr>
          <p:cNvPr id="8" name="Picture 7">
            <a:extLst>
              <a:ext uri="{FF2B5EF4-FFF2-40B4-BE49-F238E27FC236}">
                <a16:creationId xmlns:a16="http://schemas.microsoft.com/office/drawing/2014/main" id="{1BE50D0F-ADED-2E27-0F19-664D1EFF0D0F}"/>
              </a:ext>
            </a:extLst>
          </p:cNvPr>
          <p:cNvPicPr>
            <a:picLocks noChangeAspect="1"/>
          </p:cNvPicPr>
          <p:nvPr/>
        </p:nvPicPr>
        <p:blipFill>
          <a:blip r:embed="rId3">
            <a:alphaModFix amt="25000"/>
            <a:extLst>
              <a:ext uri="{28A0092B-C50C-407E-A947-70E740481C1C}">
                <a14:useLocalDpi xmlns:a14="http://schemas.microsoft.com/office/drawing/2010/main" val="0"/>
              </a:ext>
            </a:extLst>
          </a:blip>
          <a:stretch>
            <a:fillRect/>
          </a:stretch>
        </p:blipFill>
        <p:spPr>
          <a:xfrm rot="10800000">
            <a:off x="9879877" y="2750828"/>
            <a:ext cx="2312123" cy="1553049"/>
          </a:xfrm>
          <a:prstGeom prst="rect">
            <a:avLst/>
          </a:prstGeom>
          <a:effectLst>
            <a:outerShdw blurRad="76200" dir="13500000" sy="23000" kx="1200000" algn="br" rotWithShape="0">
              <a:prstClr val="black">
                <a:alpha val="20000"/>
              </a:prstClr>
            </a:outerShdw>
          </a:effectLst>
        </p:spPr>
      </p:pic>
      <p:grpSp>
        <p:nvGrpSpPr>
          <p:cNvPr id="2" name="Group 1">
            <a:extLst>
              <a:ext uri="{FF2B5EF4-FFF2-40B4-BE49-F238E27FC236}">
                <a16:creationId xmlns:a16="http://schemas.microsoft.com/office/drawing/2014/main" id="{A19A4D14-F447-50AE-0203-B42376E2FAA0}"/>
              </a:ext>
            </a:extLst>
          </p:cNvPr>
          <p:cNvGrpSpPr/>
          <p:nvPr/>
        </p:nvGrpSpPr>
        <p:grpSpPr>
          <a:xfrm>
            <a:off x="772886" y="1817914"/>
            <a:ext cx="8784771" cy="4642755"/>
            <a:chOff x="772886" y="1817914"/>
            <a:chExt cx="8784771" cy="4642755"/>
          </a:xfrm>
        </p:grpSpPr>
        <p:sp>
          <p:nvSpPr>
            <p:cNvPr id="6" name="Rectangle 5">
              <a:extLst>
                <a:ext uri="{FF2B5EF4-FFF2-40B4-BE49-F238E27FC236}">
                  <a16:creationId xmlns:a16="http://schemas.microsoft.com/office/drawing/2014/main" id="{6A81095D-6D1E-F8E8-A248-DAA7F70B55AA}"/>
                </a:ext>
              </a:extLst>
            </p:cNvPr>
            <p:cNvSpPr/>
            <p:nvPr/>
          </p:nvSpPr>
          <p:spPr>
            <a:xfrm>
              <a:off x="772886" y="1817914"/>
              <a:ext cx="8784771" cy="4642755"/>
            </a:xfrm>
            <a:prstGeom prst="rect">
              <a:avLst/>
            </a:prstGeom>
            <a:solidFill>
              <a:schemeClr val="bg1">
                <a:lumMod val="95000"/>
              </a:schemeClr>
            </a:solidFill>
            <a:ln>
              <a:noFill/>
            </a:ln>
            <a:effectLst>
              <a:outerShdw blurRad="63500" sx="103000" sy="103000" algn="ctr" rotWithShape="0">
                <a:schemeClr val="tx1">
                  <a:lumMod val="65000"/>
                  <a:lumOff val="3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b="1" dirty="0">
                <a:solidFill>
                  <a:schemeClr val="bg1">
                    <a:lumMod val="95000"/>
                  </a:schemeClr>
                </a:solidFill>
              </a:endParaRPr>
            </a:p>
          </p:txBody>
        </p:sp>
        <p:pic>
          <p:nvPicPr>
            <p:cNvPr id="3" name="Picture 2">
              <a:extLst>
                <a:ext uri="{FF2B5EF4-FFF2-40B4-BE49-F238E27FC236}">
                  <a16:creationId xmlns:a16="http://schemas.microsoft.com/office/drawing/2014/main" id="{E9582296-4791-324F-8B09-47CA25F77F5D}"/>
                </a:ext>
              </a:extLst>
            </p:cNvPr>
            <p:cNvPicPr>
              <a:picLocks noChangeAspect="1"/>
            </p:cNvPicPr>
            <p:nvPr/>
          </p:nvPicPr>
          <p:blipFill>
            <a:blip r:embed="rId4"/>
            <a:stretch>
              <a:fillRect/>
            </a:stretch>
          </p:blipFill>
          <p:spPr>
            <a:xfrm>
              <a:off x="1039585" y="1838199"/>
              <a:ext cx="8251371" cy="4602183"/>
            </a:xfrm>
            <a:prstGeom prst="rect">
              <a:avLst/>
            </a:prstGeom>
          </p:spPr>
        </p:pic>
      </p:grpSp>
      <p:pic>
        <p:nvPicPr>
          <p:cNvPr id="4" name="Picture 3">
            <a:extLst>
              <a:ext uri="{FF2B5EF4-FFF2-40B4-BE49-F238E27FC236}">
                <a16:creationId xmlns:a16="http://schemas.microsoft.com/office/drawing/2014/main" id="{35DDA1D7-0B94-FF91-6060-C4DAF544A53E}"/>
              </a:ext>
            </a:extLst>
          </p:cNvPr>
          <p:cNvPicPr>
            <a:picLocks noChangeAspect="1"/>
          </p:cNvPicPr>
          <p:nvPr/>
        </p:nvPicPr>
        <p:blipFill>
          <a:blip r:embed="rId5">
            <a:alphaModFix amt="50000"/>
            <a:extLst>
              <a:ext uri="{28A0092B-C50C-407E-A947-70E740481C1C}">
                <a14:useLocalDpi xmlns:a14="http://schemas.microsoft.com/office/drawing/2010/main" val="0"/>
              </a:ext>
            </a:extLst>
          </a:blip>
          <a:stretch>
            <a:fillRect/>
          </a:stretch>
        </p:blipFill>
        <p:spPr>
          <a:xfrm rot="1310559">
            <a:off x="9418163" y="4401599"/>
            <a:ext cx="2492052" cy="2509869"/>
          </a:xfrm>
          <a:prstGeom prst="rect">
            <a:avLst/>
          </a:prstGeom>
          <a:effectLst>
            <a:outerShdw blurRad="50800" dist="215900" dir="19200000" algn="bl" rotWithShape="0">
              <a:prstClr val="black">
                <a:alpha val="40000"/>
              </a:prstClr>
            </a:outerShdw>
          </a:effectLst>
        </p:spPr>
      </p:pic>
    </p:spTree>
    <p:extLst>
      <p:ext uri="{BB962C8B-B14F-4D97-AF65-F5344CB8AC3E}">
        <p14:creationId xmlns:p14="http://schemas.microsoft.com/office/powerpoint/2010/main" val="15578536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4C274-11FB-9F32-569F-7612CD04771C}"/>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4273A72B-2B90-1F31-4589-BDEE4AACD3D3}"/>
              </a:ext>
            </a:extLst>
          </p:cNvPr>
          <p:cNvSpPr/>
          <p:nvPr/>
        </p:nvSpPr>
        <p:spPr>
          <a:xfrm>
            <a:off x="772886" y="359228"/>
            <a:ext cx="10646228" cy="957943"/>
          </a:xfrm>
          <a:prstGeom prst="roundRect">
            <a:avLst/>
          </a:prstGeom>
          <a:solidFill>
            <a:schemeClr val="bg1"/>
          </a:solidFill>
          <a:ln>
            <a:noFill/>
          </a:ln>
          <a:effectLst>
            <a:outerShdw dist="254000" dir="8100000" algn="tr" rotWithShape="0">
              <a:schemeClr val="tx2">
                <a:lumMod val="75000"/>
                <a:lumOff val="25000"/>
                <a:alpha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rgbClr val="FF0000"/>
                </a:solidFill>
              </a:rPr>
              <a:t>FINDINGS &amp; INSIGHTS</a:t>
            </a:r>
          </a:p>
        </p:txBody>
      </p:sp>
      <p:pic>
        <p:nvPicPr>
          <p:cNvPr id="8" name="Picture 7">
            <a:extLst>
              <a:ext uri="{FF2B5EF4-FFF2-40B4-BE49-F238E27FC236}">
                <a16:creationId xmlns:a16="http://schemas.microsoft.com/office/drawing/2014/main" id="{14CF52A5-91DD-5C8E-D9B5-EEAF57842555}"/>
              </a:ext>
            </a:extLst>
          </p:cNvPr>
          <p:cNvPicPr>
            <a:picLocks noChangeAspect="1"/>
          </p:cNvPicPr>
          <p:nvPr/>
        </p:nvPicPr>
        <p:blipFill>
          <a:blip r:embed="rId3">
            <a:alphaModFix amt="25000"/>
            <a:extLst>
              <a:ext uri="{28A0092B-C50C-407E-A947-70E740481C1C}">
                <a14:useLocalDpi xmlns:a14="http://schemas.microsoft.com/office/drawing/2010/main" val="0"/>
              </a:ext>
            </a:extLst>
          </a:blip>
          <a:stretch>
            <a:fillRect/>
          </a:stretch>
        </p:blipFill>
        <p:spPr>
          <a:xfrm rot="10800000">
            <a:off x="9879877" y="5304951"/>
            <a:ext cx="2312123" cy="1553049"/>
          </a:xfrm>
          <a:prstGeom prst="rect">
            <a:avLst/>
          </a:prstGeom>
          <a:effectLst>
            <a:outerShdw blurRad="76200" dir="13500000" sy="23000" kx="1200000" algn="br" rotWithShape="0">
              <a:prstClr val="black">
                <a:alpha val="20000"/>
              </a:prstClr>
            </a:outerShdw>
          </a:effectLst>
        </p:spPr>
      </p:pic>
      <p:sp>
        <p:nvSpPr>
          <p:cNvPr id="12" name="TextBox 11">
            <a:extLst>
              <a:ext uri="{FF2B5EF4-FFF2-40B4-BE49-F238E27FC236}">
                <a16:creationId xmlns:a16="http://schemas.microsoft.com/office/drawing/2014/main" id="{87480EC1-414B-859C-5C0A-2B10436F482F}"/>
              </a:ext>
            </a:extLst>
          </p:cNvPr>
          <p:cNvSpPr txBox="1"/>
          <p:nvPr/>
        </p:nvSpPr>
        <p:spPr>
          <a:xfrm>
            <a:off x="6488059" y="2490687"/>
            <a:ext cx="4617369" cy="2062103"/>
          </a:xfrm>
          <a:prstGeom prst="rect">
            <a:avLst/>
          </a:prstGeom>
          <a:solidFill>
            <a:schemeClr val="accent2"/>
          </a:solidFill>
        </p:spPr>
        <p:txBody>
          <a:bodyPr wrap="squar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Average Number of Weeks Recorded</a:t>
            </a:r>
            <a:endParaRPr lang="en-US" sz="2400" dirty="0">
              <a:solidFill>
                <a:schemeClr val="bg1"/>
              </a:solidFill>
              <a:latin typeface="Times New Roman" panose="02020603050405020304" pitchFamily="18" charset="0"/>
              <a:cs typeface="Times New Roman" panose="02020603050405020304" pitchFamily="18" charset="0"/>
            </a:endParaRPr>
          </a:p>
          <a:p>
            <a:endParaRPr lang="en-US" sz="2000" dirty="0">
              <a:solidFill>
                <a:schemeClr val="bg1">
                  <a:lumMod val="95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Email strategy: 1244 weeks.</a:t>
            </a:r>
          </a:p>
          <a:p>
            <a:pPr marL="285750" indent="-285750">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Call strategy : 827 weeks.</a:t>
            </a:r>
          </a:p>
          <a:p>
            <a:pPr marL="285750" indent="-285750">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Email + Call strategy: 429 weeks.</a:t>
            </a:r>
          </a:p>
        </p:txBody>
      </p:sp>
      <p:grpSp>
        <p:nvGrpSpPr>
          <p:cNvPr id="19" name="Group 18">
            <a:extLst>
              <a:ext uri="{FF2B5EF4-FFF2-40B4-BE49-F238E27FC236}">
                <a16:creationId xmlns:a16="http://schemas.microsoft.com/office/drawing/2014/main" id="{E6DB0057-7A62-29B1-38C7-2CD773515995}"/>
              </a:ext>
            </a:extLst>
          </p:cNvPr>
          <p:cNvGrpSpPr/>
          <p:nvPr/>
        </p:nvGrpSpPr>
        <p:grpSpPr>
          <a:xfrm>
            <a:off x="772886" y="1800525"/>
            <a:ext cx="5236028" cy="4642755"/>
            <a:chOff x="5845629" y="1817914"/>
            <a:chExt cx="3810000" cy="4642755"/>
          </a:xfrm>
        </p:grpSpPr>
        <p:sp>
          <p:nvSpPr>
            <p:cNvPr id="6" name="Rectangle 5">
              <a:extLst>
                <a:ext uri="{FF2B5EF4-FFF2-40B4-BE49-F238E27FC236}">
                  <a16:creationId xmlns:a16="http://schemas.microsoft.com/office/drawing/2014/main" id="{8098F57A-BB7B-049C-B97A-F648509DD557}"/>
                </a:ext>
              </a:extLst>
            </p:cNvPr>
            <p:cNvSpPr/>
            <p:nvPr/>
          </p:nvSpPr>
          <p:spPr>
            <a:xfrm>
              <a:off x="5845629" y="1817914"/>
              <a:ext cx="3810000" cy="4642755"/>
            </a:xfrm>
            <a:prstGeom prst="rect">
              <a:avLst/>
            </a:prstGeom>
            <a:solidFill>
              <a:schemeClr val="bg1">
                <a:lumMod val="95000"/>
              </a:schemeClr>
            </a:solidFill>
            <a:ln>
              <a:noFill/>
            </a:ln>
            <a:effectLst>
              <a:outerShdw blurRad="63500" sx="103000" sy="103000" algn="ctr" rotWithShape="0">
                <a:schemeClr val="tx1">
                  <a:lumMod val="65000"/>
                  <a:lumOff val="3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b="1" dirty="0">
                <a:solidFill>
                  <a:schemeClr val="bg1">
                    <a:lumMod val="95000"/>
                  </a:schemeClr>
                </a:solidFill>
              </a:endParaRPr>
            </a:p>
          </p:txBody>
        </p:sp>
        <p:sp>
          <p:nvSpPr>
            <p:cNvPr id="11" name="Rectangle 10">
              <a:extLst>
                <a:ext uri="{FF2B5EF4-FFF2-40B4-BE49-F238E27FC236}">
                  <a16:creationId xmlns:a16="http://schemas.microsoft.com/office/drawing/2014/main" id="{1D82582A-F0C4-7F22-3B6E-9F38B4E39372}"/>
                </a:ext>
              </a:extLst>
            </p:cNvPr>
            <p:cNvSpPr/>
            <p:nvPr/>
          </p:nvSpPr>
          <p:spPr>
            <a:xfrm>
              <a:off x="5845629" y="2536371"/>
              <a:ext cx="1110342" cy="3924297"/>
            </a:xfrm>
            <a:prstGeom prst="rect">
              <a:avLst/>
            </a:prstGeom>
            <a:solidFill>
              <a:schemeClr val="tx2">
                <a:lumMod val="75000"/>
                <a:lumOff val="25000"/>
              </a:schemeClr>
            </a:solidFill>
            <a:ln>
              <a:noFill/>
            </a:ln>
            <a:effectLst>
              <a:outerShdw blurRad="63500" sx="103000" sy="103000" algn="ctr" rotWithShape="0">
                <a:schemeClr val="tx1">
                  <a:lumMod val="65000"/>
                  <a:lumOff val="3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b="1" dirty="0">
                <a:solidFill>
                  <a:schemeClr val="bg1">
                    <a:lumMod val="95000"/>
                  </a:schemeClr>
                </a:solidFill>
              </a:endParaRPr>
            </a:p>
          </p:txBody>
        </p:sp>
        <p:sp>
          <p:nvSpPr>
            <p:cNvPr id="13" name="Rectangle 12">
              <a:extLst>
                <a:ext uri="{FF2B5EF4-FFF2-40B4-BE49-F238E27FC236}">
                  <a16:creationId xmlns:a16="http://schemas.microsoft.com/office/drawing/2014/main" id="{6C221FA7-2949-4755-5FA6-80FBB337CC35}"/>
                </a:ext>
              </a:extLst>
            </p:cNvPr>
            <p:cNvSpPr/>
            <p:nvPr/>
          </p:nvSpPr>
          <p:spPr>
            <a:xfrm>
              <a:off x="7060478" y="3886200"/>
              <a:ext cx="1110342" cy="2574468"/>
            </a:xfrm>
            <a:prstGeom prst="rect">
              <a:avLst/>
            </a:prstGeom>
            <a:solidFill>
              <a:schemeClr val="tx2">
                <a:lumMod val="75000"/>
                <a:lumOff val="25000"/>
              </a:schemeClr>
            </a:solidFill>
            <a:ln>
              <a:noFill/>
            </a:ln>
            <a:effectLst>
              <a:outerShdw blurRad="63500" sx="103000" sy="103000" algn="ctr" rotWithShape="0">
                <a:schemeClr val="tx1">
                  <a:lumMod val="65000"/>
                  <a:lumOff val="3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b="1" dirty="0">
                <a:solidFill>
                  <a:schemeClr val="bg1">
                    <a:lumMod val="95000"/>
                  </a:schemeClr>
                </a:solidFill>
              </a:endParaRPr>
            </a:p>
          </p:txBody>
        </p:sp>
        <p:sp>
          <p:nvSpPr>
            <p:cNvPr id="14" name="Rectangle 13">
              <a:extLst>
                <a:ext uri="{FF2B5EF4-FFF2-40B4-BE49-F238E27FC236}">
                  <a16:creationId xmlns:a16="http://schemas.microsoft.com/office/drawing/2014/main" id="{5B7198E4-544C-0F6B-D359-A2270C35CF85}"/>
                </a:ext>
              </a:extLst>
            </p:cNvPr>
            <p:cNvSpPr/>
            <p:nvPr/>
          </p:nvSpPr>
          <p:spPr>
            <a:xfrm>
              <a:off x="8275327" y="4811486"/>
              <a:ext cx="1110342" cy="1649182"/>
            </a:xfrm>
            <a:prstGeom prst="rect">
              <a:avLst/>
            </a:prstGeom>
            <a:solidFill>
              <a:schemeClr val="tx2">
                <a:lumMod val="75000"/>
                <a:lumOff val="25000"/>
              </a:schemeClr>
            </a:solidFill>
            <a:ln>
              <a:noFill/>
            </a:ln>
            <a:effectLst>
              <a:outerShdw blurRad="63500" sx="103000" sy="103000" algn="ctr" rotWithShape="0">
                <a:schemeClr val="tx1">
                  <a:lumMod val="65000"/>
                  <a:lumOff val="3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b="1" dirty="0">
                <a:solidFill>
                  <a:schemeClr val="bg1">
                    <a:lumMod val="95000"/>
                  </a:schemeClr>
                </a:solidFill>
              </a:endParaRPr>
            </a:p>
          </p:txBody>
        </p:sp>
        <p:sp>
          <p:nvSpPr>
            <p:cNvPr id="15" name="TextBox 14">
              <a:extLst>
                <a:ext uri="{FF2B5EF4-FFF2-40B4-BE49-F238E27FC236}">
                  <a16:creationId xmlns:a16="http://schemas.microsoft.com/office/drawing/2014/main" id="{7760D6E1-7B04-9664-EF06-757E37BD4629}"/>
                </a:ext>
              </a:extLst>
            </p:cNvPr>
            <p:cNvSpPr txBox="1"/>
            <p:nvPr/>
          </p:nvSpPr>
          <p:spPr>
            <a:xfrm>
              <a:off x="6630407" y="1915533"/>
              <a:ext cx="2200091" cy="338554"/>
            </a:xfrm>
            <a:prstGeom prst="rect">
              <a:avLst/>
            </a:prstGeom>
            <a:noFill/>
          </p:spPr>
          <p:txBody>
            <a:bodyPr wrap="square" rtlCol="0">
              <a:spAutoFit/>
            </a:bodyPr>
            <a:lstStyle/>
            <a:p>
              <a:pPr algn="ctr"/>
              <a:r>
                <a:rPr lang="en-US" sz="1600" b="1" dirty="0">
                  <a:solidFill>
                    <a:schemeClr val="tx1">
                      <a:lumMod val="50000"/>
                      <a:lumOff val="50000"/>
                    </a:schemeClr>
                  </a:solidFill>
                </a:rPr>
                <a:t>Weeks by Each Approach</a:t>
              </a:r>
            </a:p>
          </p:txBody>
        </p:sp>
        <p:sp>
          <p:nvSpPr>
            <p:cNvPr id="16" name="TextBox 15">
              <a:extLst>
                <a:ext uri="{FF2B5EF4-FFF2-40B4-BE49-F238E27FC236}">
                  <a16:creationId xmlns:a16="http://schemas.microsoft.com/office/drawing/2014/main" id="{DE7E3765-E4F0-8999-FE8D-AC4C5B4C8F2E}"/>
                </a:ext>
              </a:extLst>
            </p:cNvPr>
            <p:cNvSpPr txBox="1"/>
            <p:nvPr/>
          </p:nvSpPr>
          <p:spPr>
            <a:xfrm>
              <a:off x="8561748" y="4534486"/>
              <a:ext cx="537499" cy="276999"/>
            </a:xfrm>
            <a:prstGeom prst="rect">
              <a:avLst/>
            </a:prstGeom>
            <a:noFill/>
          </p:spPr>
          <p:txBody>
            <a:bodyPr wrap="square" rtlCol="0">
              <a:spAutoFit/>
            </a:bodyPr>
            <a:lstStyle/>
            <a:p>
              <a:r>
                <a:rPr lang="en-US" sz="1200" b="1" dirty="0">
                  <a:solidFill>
                    <a:schemeClr val="tx1">
                      <a:lumMod val="65000"/>
                      <a:lumOff val="35000"/>
                    </a:schemeClr>
                  </a:solidFill>
                </a:rPr>
                <a:t>429</a:t>
              </a:r>
            </a:p>
          </p:txBody>
        </p:sp>
        <p:sp>
          <p:nvSpPr>
            <p:cNvPr id="17" name="TextBox 16">
              <a:extLst>
                <a:ext uri="{FF2B5EF4-FFF2-40B4-BE49-F238E27FC236}">
                  <a16:creationId xmlns:a16="http://schemas.microsoft.com/office/drawing/2014/main" id="{F86EC26A-39BF-1DF3-8854-43BC6040AF7A}"/>
                </a:ext>
              </a:extLst>
            </p:cNvPr>
            <p:cNvSpPr txBox="1"/>
            <p:nvPr/>
          </p:nvSpPr>
          <p:spPr>
            <a:xfrm>
              <a:off x="7304621" y="3609199"/>
              <a:ext cx="612302" cy="276999"/>
            </a:xfrm>
            <a:prstGeom prst="rect">
              <a:avLst/>
            </a:prstGeom>
            <a:noFill/>
          </p:spPr>
          <p:txBody>
            <a:bodyPr wrap="square" rtlCol="0">
              <a:spAutoFit/>
            </a:bodyPr>
            <a:lstStyle/>
            <a:p>
              <a:pPr algn="ctr"/>
              <a:r>
                <a:rPr lang="en-US" sz="1200" b="1" dirty="0">
                  <a:solidFill>
                    <a:schemeClr val="tx1">
                      <a:lumMod val="65000"/>
                      <a:lumOff val="35000"/>
                    </a:schemeClr>
                  </a:solidFill>
                </a:rPr>
                <a:t>827</a:t>
              </a:r>
            </a:p>
          </p:txBody>
        </p:sp>
        <p:sp>
          <p:nvSpPr>
            <p:cNvPr id="18" name="TextBox 17">
              <a:extLst>
                <a:ext uri="{FF2B5EF4-FFF2-40B4-BE49-F238E27FC236}">
                  <a16:creationId xmlns:a16="http://schemas.microsoft.com/office/drawing/2014/main" id="{1D967660-4EFC-F352-27B6-E5EC4407EFA7}"/>
                </a:ext>
              </a:extLst>
            </p:cNvPr>
            <p:cNvSpPr txBox="1"/>
            <p:nvPr/>
          </p:nvSpPr>
          <p:spPr>
            <a:xfrm>
              <a:off x="6073883" y="2246945"/>
              <a:ext cx="612302" cy="276999"/>
            </a:xfrm>
            <a:prstGeom prst="rect">
              <a:avLst/>
            </a:prstGeom>
            <a:noFill/>
          </p:spPr>
          <p:txBody>
            <a:bodyPr wrap="square" rtlCol="0">
              <a:spAutoFit/>
            </a:bodyPr>
            <a:lstStyle/>
            <a:p>
              <a:pPr algn="ctr"/>
              <a:r>
                <a:rPr lang="en-US" sz="1200" b="1" dirty="0">
                  <a:solidFill>
                    <a:schemeClr val="tx1">
                      <a:lumMod val="65000"/>
                      <a:lumOff val="35000"/>
                    </a:schemeClr>
                  </a:solidFill>
                </a:rPr>
                <a:t>1244</a:t>
              </a:r>
            </a:p>
          </p:txBody>
        </p:sp>
      </p:grpSp>
      <p:sp>
        <p:nvSpPr>
          <p:cNvPr id="20" name="TextBox 19">
            <a:extLst>
              <a:ext uri="{FF2B5EF4-FFF2-40B4-BE49-F238E27FC236}">
                <a16:creationId xmlns:a16="http://schemas.microsoft.com/office/drawing/2014/main" id="{856CC79D-E194-ABDA-DD28-9A6D4B86495C}"/>
              </a:ext>
            </a:extLst>
          </p:cNvPr>
          <p:cNvSpPr txBox="1"/>
          <p:nvPr/>
        </p:nvSpPr>
        <p:spPr>
          <a:xfrm>
            <a:off x="4374934" y="6498772"/>
            <a:ext cx="911042" cy="246221"/>
          </a:xfrm>
          <a:prstGeom prst="rect">
            <a:avLst/>
          </a:prstGeom>
          <a:noFill/>
        </p:spPr>
        <p:txBody>
          <a:bodyPr wrap="square" rtlCol="0">
            <a:spAutoFit/>
          </a:bodyPr>
          <a:lstStyle/>
          <a:p>
            <a:r>
              <a:rPr lang="en-US" sz="1000" b="1" dirty="0">
                <a:solidFill>
                  <a:schemeClr val="tx1">
                    <a:lumMod val="65000"/>
                    <a:lumOff val="35000"/>
                  </a:schemeClr>
                </a:solidFill>
              </a:rPr>
              <a:t>Email + Call</a:t>
            </a:r>
          </a:p>
        </p:txBody>
      </p:sp>
      <p:sp>
        <p:nvSpPr>
          <p:cNvPr id="21" name="TextBox 20">
            <a:extLst>
              <a:ext uri="{FF2B5EF4-FFF2-40B4-BE49-F238E27FC236}">
                <a16:creationId xmlns:a16="http://schemas.microsoft.com/office/drawing/2014/main" id="{AB5D8FE9-5AB8-53D3-7744-86377CE52B9E}"/>
              </a:ext>
            </a:extLst>
          </p:cNvPr>
          <p:cNvSpPr txBox="1"/>
          <p:nvPr/>
        </p:nvSpPr>
        <p:spPr>
          <a:xfrm>
            <a:off x="2924515" y="6488354"/>
            <a:ext cx="608407" cy="253916"/>
          </a:xfrm>
          <a:prstGeom prst="rect">
            <a:avLst/>
          </a:prstGeom>
          <a:noFill/>
        </p:spPr>
        <p:txBody>
          <a:bodyPr wrap="square" rtlCol="0">
            <a:spAutoFit/>
          </a:bodyPr>
          <a:lstStyle/>
          <a:p>
            <a:r>
              <a:rPr lang="en-US" sz="1050" b="1" dirty="0">
                <a:solidFill>
                  <a:schemeClr val="tx1">
                    <a:lumMod val="65000"/>
                    <a:lumOff val="35000"/>
                  </a:schemeClr>
                </a:solidFill>
              </a:rPr>
              <a:t>Call</a:t>
            </a:r>
          </a:p>
        </p:txBody>
      </p:sp>
      <p:sp>
        <p:nvSpPr>
          <p:cNvPr id="22" name="TextBox 21">
            <a:extLst>
              <a:ext uri="{FF2B5EF4-FFF2-40B4-BE49-F238E27FC236}">
                <a16:creationId xmlns:a16="http://schemas.microsoft.com/office/drawing/2014/main" id="{7E2BCCAD-CF41-5221-609F-94DD43F7A2A2}"/>
              </a:ext>
            </a:extLst>
          </p:cNvPr>
          <p:cNvSpPr txBox="1"/>
          <p:nvPr/>
        </p:nvSpPr>
        <p:spPr>
          <a:xfrm>
            <a:off x="1226428" y="6494925"/>
            <a:ext cx="608407" cy="253916"/>
          </a:xfrm>
          <a:prstGeom prst="rect">
            <a:avLst/>
          </a:prstGeom>
          <a:noFill/>
        </p:spPr>
        <p:txBody>
          <a:bodyPr wrap="square" rtlCol="0">
            <a:spAutoFit/>
          </a:bodyPr>
          <a:lstStyle/>
          <a:p>
            <a:r>
              <a:rPr lang="en-US" sz="1050" b="1" dirty="0">
                <a:solidFill>
                  <a:schemeClr val="tx1">
                    <a:lumMod val="65000"/>
                    <a:lumOff val="35000"/>
                  </a:schemeClr>
                </a:solidFill>
              </a:rPr>
              <a:t>Email</a:t>
            </a:r>
          </a:p>
        </p:txBody>
      </p:sp>
    </p:spTree>
    <p:extLst>
      <p:ext uri="{BB962C8B-B14F-4D97-AF65-F5344CB8AC3E}">
        <p14:creationId xmlns:p14="http://schemas.microsoft.com/office/powerpoint/2010/main" val="1934037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268CE-BF73-BCA5-69C3-116F11CD90E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A5F0769-0C14-2DEB-0BBC-C2087C08425C}"/>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rot="1310559">
            <a:off x="9418163" y="4401599"/>
            <a:ext cx="2492052" cy="2509869"/>
          </a:xfrm>
          <a:prstGeom prst="rect">
            <a:avLst/>
          </a:prstGeom>
          <a:effectLst>
            <a:outerShdw blurRad="50800" dist="215900" dir="19200000" algn="bl" rotWithShape="0">
              <a:prstClr val="black">
                <a:alpha val="40000"/>
              </a:prstClr>
            </a:outerShdw>
          </a:effectLst>
        </p:spPr>
      </p:pic>
      <p:sp>
        <p:nvSpPr>
          <p:cNvPr id="5" name="Rectangle: Rounded Corners 4">
            <a:extLst>
              <a:ext uri="{FF2B5EF4-FFF2-40B4-BE49-F238E27FC236}">
                <a16:creationId xmlns:a16="http://schemas.microsoft.com/office/drawing/2014/main" id="{954F8779-CD05-49C3-741D-68E1335CA8A7}"/>
              </a:ext>
            </a:extLst>
          </p:cNvPr>
          <p:cNvSpPr/>
          <p:nvPr/>
        </p:nvSpPr>
        <p:spPr>
          <a:xfrm>
            <a:off x="772886" y="359228"/>
            <a:ext cx="10646228" cy="957943"/>
          </a:xfrm>
          <a:prstGeom prst="roundRect">
            <a:avLst/>
          </a:prstGeom>
          <a:solidFill>
            <a:schemeClr val="bg1"/>
          </a:solidFill>
          <a:ln>
            <a:noFill/>
          </a:ln>
          <a:effectLst>
            <a:outerShdw dist="254000" dir="8100000" algn="tr" rotWithShape="0">
              <a:schemeClr val="tx2">
                <a:lumMod val="75000"/>
                <a:lumOff val="25000"/>
                <a:alpha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rgbClr val="FF0000"/>
                </a:solidFill>
              </a:rPr>
              <a:t>LIMITATIONS</a:t>
            </a:r>
          </a:p>
        </p:txBody>
      </p:sp>
      <p:pic>
        <p:nvPicPr>
          <p:cNvPr id="8" name="Picture 7">
            <a:extLst>
              <a:ext uri="{FF2B5EF4-FFF2-40B4-BE49-F238E27FC236}">
                <a16:creationId xmlns:a16="http://schemas.microsoft.com/office/drawing/2014/main" id="{962758B3-AFB3-0B35-CF57-C4D44689988C}"/>
              </a:ext>
            </a:extLst>
          </p:cNvPr>
          <p:cNvPicPr>
            <a:picLocks noChangeAspect="1"/>
          </p:cNvPicPr>
          <p:nvPr/>
        </p:nvPicPr>
        <p:blipFill>
          <a:blip r:embed="rId4">
            <a:alphaModFix amt="25000"/>
            <a:extLst>
              <a:ext uri="{28A0092B-C50C-407E-A947-70E740481C1C}">
                <a14:useLocalDpi xmlns:a14="http://schemas.microsoft.com/office/drawing/2010/main" val="0"/>
              </a:ext>
            </a:extLst>
          </a:blip>
          <a:stretch>
            <a:fillRect/>
          </a:stretch>
        </p:blipFill>
        <p:spPr>
          <a:xfrm rot="10800000">
            <a:off x="9879877" y="2891135"/>
            <a:ext cx="2312123" cy="1553049"/>
          </a:xfrm>
          <a:prstGeom prst="rect">
            <a:avLst/>
          </a:prstGeom>
          <a:effectLst>
            <a:outerShdw blurRad="76200" dir="13500000" sy="23000" kx="1200000" algn="br" rotWithShape="0">
              <a:prstClr val="black">
                <a:alpha val="20000"/>
              </a:prstClr>
            </a:outerShdw>
          </a:effectLst>
        </p:spPr>
      </p:pic>
      <p:sp>
        <p:nvSpPr>
          <p:cNvPr id="6" name="Rectangle 5">
            <a:extLst>
              <a:ext uri="{FF2B5EF4-FFF2-40B4-BE49-F238E27FC236}">
                <a16:creationId xmlns:a16="http://schemas.microsoft.com/office/drawing/2014/main" id="{3E4B19BB-0236-13D3-B16B-ECC5D47BA788}"/>
              </a:ext>
            </a:extLst>
          </p:cNvPr>
          <p:cNvSpPr/>
          <p:nvPr/>
        </p:nvSpPr>
        <p:spPr>
          <a:xfrm>
            <a:off x="696686" y="1695450"/>
            <a:ext cx="8991600" cy="4642755"/>
          </a:xfrm>
          <a:prstGeom prst="rect">
            <a:avLst/>
          </a:prstGeom>
          <a:solidFill>
            <a:srgbClr val="0070C0"/>
          </a:solidFill>
          <a:ln>
            <a:noFill/>
          </a:ln>
          <a:effectLst>
            <a:outerShdw blurRad="63500" sx="103000" sy="103000" algn="ctr" rotWithShape="0">
              <a:schemeClr val="tx1">
                <a:lumMod val="65000"/>
                <a:lumOff val="3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n-US" sz="2400" b="1" dirty="0">
                <a:solidFill>
                  <a:srgbClr val="FFFF00"/>
                </a:solidFill>
                <a:latin typeface="Times New Roman" panose="02020603050405020304" pitchFamily="18" charset="0"/>
                <a:cs typeface="Times New Roman" panose="02020603050405020304" pitchFamily="18" charset="0"/>
              </a:rPr>
              <a:t>Outliers</a:t>
            </a:r>
            <a:r>
              <a:rPr lang="en-US" sz="2400" dirty="0">
                <a:solidFill>
                  <a:schemeClr val="bg1"/>
                </a:solidFill>
                <a:latin typeface="Times New Roman" panose="02020603050405020304" pitchFamily="18" charset="0"/>
                <a:cs typeface="Times New Roman" panose="02020603050405020304" pitchFamily="18" charset="0"/>
              </a:rPr>
              <a:t>.</a:t>
            </a:r>
          </a:p>
          <a:p>
            <a:r>
              <a:rPr lang="en-US" sz="2400" dirty="0">
                <a:solidFill>
                  <a:schemeClr val="bg1"/>
                </a:solidFill>
                <a:latin typeface="Times New Roman" panose="02020603050405020304" pitchFamily="18" charset="0"/>
                <a:cs typeface="Times New Roman" panose="02020603050405020304" pitchFamily="18" charset="0"/>
              </a:rPr>
              <a:t>Email strategy recorded very high outliers indicating that very few customer activities yielded higher sales hence further investigations must be made about revenue above 120 to be sure the business captured the right data.</a:t>
            </a:r>
          </a:p>
        </p:txBody>
      </p:sp>
    </p:spTree>
    <p:extLst>
      <p:ext uri="{BB962C8B-B14F-4D97-AF65-F5344CB8AC3E}">
        <p14:creationId xmlns:p14="http://schemas.microsoft.com/office/powerpoint/2010/main" val="37510046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9B37D-B52E-5FCE-9D68-96CB2D41C43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7E5CC6B-E56C-5AD0-B79E-1798162FB9C8}"/>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rot="1310559">
            <a:off x="9418163" y="4401599"/>
            <a:ext cx="2492052" cy="2509869"/>
          </a:xfrm>
          <a:prstGeom prst="rect">
            <a:avLst/>
          </a:prstGeom>
          <a:effectLst>
            <a:outerShdw blurRad="50800" dist="215900" dir="19200000" algn="bl" rotWithShape="0">
              <a:prstClr val="black">
                <a:alpha val="40000"/>
              </a:prstClr>
            </a:outerShdw>
          </a:effectLst>
        </p:spPr>
      </p:pic>
      <p:sp>
        <p:nvSpPr>
          <p:cNvPr id="5" name="Rectangle: Rounded Corners 4">
            <a:extLst>
              <a:ext uri="{FF2B5EF4-FFF2-40B4-BE49-F238E27FC236}">
                <a16:creationId xmlns:a16="http://schemas.microsoft.com/office/drawing/2014/main" id="{3E632F86-0E3E-D73C-1DA8-B02E53488C55}"/>
              </a:ext>
            </a:extLst>
          </p:cNvPr>
          <p:cNvSpPr/>
          <p:nvPr/>
        </p:nvSpPr>
        <p:spPr>
          <a:xfrm>
            <a:off x="772886" y="359228"/>
            <a:ext cx="10646228" cy="957943"/>
          </a:xfrm>
          <a:prstGeom prst="roundRect">
            <a:avLst/>
          </a:prstGeom>
          <a:solidFill>
            <a:schemeClr val="bg1"/>
          </a:solidFill>
          <a:ln>
            <a:noFill/>
          </a:ln>
          <a:effectLst>
            <a:outerShdw dist="254000" dir="8100000" algn="tr" rotWithShape="0">
              <a:schemeClr val="tx2">
                <a:lumMod val="75000"/>
                <a:lumOff val="25000"/>
                <a:alpha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rgbClr val="FF0000"/>
                </a:solidFill>
              </a:rPr>
              <a:t>LIMITATIONS</a:t>
            </a:r>
          </a:p>
        </p:txBody>
      </p:sp>
      <p:pic>
        <p:nvPicPr>
          <p:cNvPr id="8" name="Picture 7">
            <a:extLst>
              <a:ext uri="{FF2B5EF4-FFF2-40B4-BE49-F238E27FC236}">
                <a16:creationId xmlns:a16="http://schemas.microsoft.com/office/drawing/2014/main" id="{7BC7DBFD-6C97-976B-1075-51A7394D0A3E}"/>
              </a:ext>
            </a:extLst>
          </p:cNvPr>
          <p:cNvPicPr>
            <a:picLocks noChangeAspect="1"/>
          </p:cNvPicPr>
          <p:nvPr/>
        </p:nvPicPr>
        <p:blipFill>
          <a:blip r:embed="rId4">
            <a:alphaModFix amt="25000"/>
            <a:extLst>
              <a:ext uri="{28A0092B-C50C-407E-A947-70E740481C1C}">
                <a14:useLocalDpi xmlns:a14="http://schemas.microsoft.com/office/drawing/2010/main" val="0"/>
              </a:ext>
            </a:extLst>
          </a:blip>
          <a:stretch>
            <a:fillRect/>
          </a:stretch>
        </p:blipFill>
        <p:spPr>
          <a:xfrm rot="10800000">
            <a:off x="9879877" y="2891135"/>
            <a:ext cx="2312123" cy="1553049"/>
          </a:xfrm>
          <a:prstGeom prst="rect">
            <a:avLst/>
          </a:prstGeom>
          <a:effectLst>
            <a:outerShdw blurRad="76200" dir="13500000" sy="23000" kx="1200000" algn="br" rotWithShape="0">
              <a:prstClr val="black">
                <a:alpha val="20000"/>
              </a:prstClr>
            </a:outerShdw>
          </a:effectLst>
        </p:spPr>
      </p:pic>
      <p:sp>
        <p:nvSpPr>
          <p:cNvPr id="6" name="Rectangle 5">
            <a:extLst>
              <a:ext uri="{FF2B5EF4-FFF2-40B4-BE49-F238E27FC236}">
                <a16:creationId xmlns:a16="http://schemas.microsoft.com/office/drawing/2014/main" id="{5C8D8650-D1DC-3E23-F78B-B852B486D458}"/>
              </a:ext>
            </a:extLst>
          </p:cNvPr>
          <p:cNvSpPr/>
          <p:nvPr/>
        </p:nvSpPr>
        <p:spPr>
          <a:xfrm>
            <a:off x="696686" y="1695450"/>
            <a:ext cx="8991600" cy="4642755"/>
          </a:xfrm>
          <a:prstGeom prst="rect">
            <a:avLst/>
          </a:prstGeom>
          <a:solidFill>
            <a:srgbClr val="0070C0"/>
          </a:solidFill>
          <a:ln>
            <a:noFill/>
          </a:ln>
          <a:effectLst>
            <a:outerShdw blurRad="63500" sx="103000" sy="103000" algn="ctr" rotWithShape="0">
              <a:schemeClr val="tx1">
                <a:lumMod val="65000"/>
                <a:lumOff val="3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n-US" sz="2400" b="1" dirty="0">
                <a:solidFill>
                  <a:srgbClr val="FFFF00"/>
                </a:solidFill>
                <a:latin typeface="Times New Roman" panose="02020603050405020304" pitchFamily="18" charset="0"/>
                <a:cs typeface="Times New Roman" panose="02020603050405020304" pitchFamily="18" charset="0"/>
              </a:rPr>
              <a:t>Revenue by weeks</a:t>
            </a:r>
            <a:r>
              <a:rPr lang="en-US" sz="2400" dirty="0">
                <a:solidFill>
                  <a:schemeClr val="bg1"/>
                </a:solidFill>
                <a:latin typeface="Times New Roman" panose="02020603050405020304" pitchFamily="18" charset="0"/>
                <a:cs typeface="Times New Roman" panose="02020603050405020304" pitchFamily="18" charset="0"/>
              </a:rPr>
              <a:t>.</a:t>
            </a:r>
          </a:p>
          <a:p>
            <a:r>
              <a:rPr lang="en-US" sz="2400" dirty="0">
                <a:solidFill>
                  <a:schemeClr val="bg1"/>
                </a:solidFill>
                <a:latin typeface="Times New Roman" panose="02020603050405020304" pitchFamily="18" charset="0"/>
                <a:cs typeface="Times New Roman" panose="02020603050405020304" pitchFamily="18" charset="0"/>
              </a:rPr>
              <a:t>Some weeks recorded a decline in revenue. Further </a:t>
            </a:r>
            <a:r>
              <a:rPr lang="en-US" sz="2400">
                <a:solidFill>
                  <a:schemeClr val="bg1"/>
                </a:solidFill>
                <a:latin typeface="Times New Roman" panose="02020603050405020304" pitchFamily="18" charset="0"/>
                <a:cs typeface="Times New Roman" panose="02020603050405020304" pitchFamily="18" charset="0"/>
              </a:rPr>
              <a:t>investigation needed.</a:t>
            </a:r>
            <a:endParaRPr lang="en-US"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79318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207A4-D59A-08F8-000A-892A64BF9BB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5B94FDE-5955-5DA3-BB8E-03D00BC028A6}"/>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rot="1310559">
            <a:off x="9418163" y="4401599"/>
            <a:ext cx="2492052" cy="2509869"/>
          </a:xfrm>
          <a:prstGeom prst="rect">
            <a:avLst/>
          </a:prstGeom>
          <a:effectLst>
            <a:outerShdw blurRad="50800" dist="215900" dir="19200000" algn="bl" rotWithShape="0">
              <a:prstClr val="black">
                <a:alpha val="40000"/>
              </a:prstClr>
            </a:outerShdw>
          </a:effectLst>
        </p:spPr>
      </p:pic>
      <p:sp>
        <p:nvSpPr>
          <p:cNvPr id="5" name="Rectangle: Rounded Corners 4">
            <a:extLst>
              <a:ext uri="{FF2B5EF4-FFF2-40B4-BE49-F238E27FC236}">
                <a16:creationId xmlns:a16="http://schemas.microsoft.com/office/drawing/2014/main" id="{1EDAF99F-1715-97FC-36BD-C0B45C666317}"/>
              </a:ext>
            </a:extLst>
          </p:cNvPr>
          <p:cNvSpPr/>
          <p:nvPr/>
        </p:nvSpPr>
        <p:spPr>
          <a:xfrm>
            <a:off x="772886" y="359228"/>
            <a:ext cx="10646228" cy="957943"/>
          </a:xfrm>
          <a:prstGeom prst="roundRect">
            <a:avLst/>
          </a:prstGeom>
          <a:solidFill>
            <a:schemeClr val="bg1"/>
          </a:solidFill>
          <a:ln>
            <a:noFill/>
          </a:ln>
          <a:effectLst>
            <a:outerShdw dist="254000" dir="8100000" algn="tr" rotWithShape="0">
              <a:schemeClr val="tx2">
                <a:lumMod val="75000"/>
                <a:lumOff val="25000"/>
                <a:alpha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rgbClr val="FF0000"/>
                </a:solidFill>
              </a:rPr>
              <a:t>RECOMMENDATIONS</a:t>
            </a:r>
          </a:p>
        </p:txBody>
      </p:sp>
      <p:pic>
        <p:nvPicPr>
          <p:cNvPr id="8" name="Picture 7">
            <a:extLst>
              <a:ext uri="{FF2B5EF4-FFF2-40B4-BE49-F238E27FC236}">
                <a16:creationId xmlns:a16="http://schemas.microsoft.com/office/drawing/2014/main" id="{1D1C70BC-B8F1-33DF-8C62-FE3718F65845}"/>
              </a:ext>
            </a:extLst>
          </p:cNvPr>
          <p:cNvPicPr>
            <a:picLocks noChangeAspect="1"/>
          </p:cNvPicPr>
          <p:nvPr/>
        </p:nvPicPr>
        <p:blipFill>
          <a:blip r:embed="rId4">
            <a:alphaModFix amt="25000"/>
            <a:extLst>
              <a:ext uri="{28A0092B-C50C-407E-A947-70E740481C1C}">
                <a14:useLocalDpi xmlns:a14="http://schemas.microsoft.com/office/drawing/2010/main" val="0"/>
              </a:ext>
            </a:extLst>
          </a:blip>
          <a:stretch>
            <a:fillRect/>
          </a:stretch>
        </p:blipFill>
        <p:spPr>
          <a:xfrm rot="10800000">
            <a:off x="9879877" y="2891135"/>
            <a:ext cx="2312123" cy="1553049"/>
          </a:xfrm>
          <a:prstGeom prst="rect">
            <a:avLst/>
          </a:prstGeom>
          <a:effectLst>
            <a:outerShdw blurRad="76200" dir="13500000" sy="23000" kx="1200000" algn="br" rotWithShape="0">
              <a:prstClr val="black">
                <a:alpha val="20000"/>
              </a:prstClr>
            </a:outerShdw>
          </a:effectLst>
        </p:spPr>
      </p:pic>
      <p:grpSp>
        <p:nvGrpSpPr>
          <p:cNvPr id="11" name="Group 10">
            <a:extLst>
              <a:ext uri="{FF2B5EF4-FFF2-40B4-BE49-F238E27FC236}">
                <a16:creationId xmlns:a16="http://schemas.microsoft.com/office/drawing/2014/main" id="{671FFB76-8D08-C74F-9D0C-3AF76E18D826}"/>
              </a:ext>
            </a:extLst>
          </p:cNvPr>
          <p:cNvGrpSpPr/>
          <p:nvPr/>
        </p:nvGrpSpPr>
        <p:grpSpPr>
          <a:xfrm>
            <a:off x="772886" y="2019541"/>
            <a:ext cx="8991600" cy="4642755"/>
            <a:chOff x="2144283" y="2095741"/>
            <a:chExt cx="8967652" cy="4642755"/>
          </a:xfrm>
        </p:grpSpPr>
        <p:sp>
          <p:nvSpPr>
            <p:cNvPr id="6" name="Rectangle 5">
              <a:extLst>
                <a:ext uri="{FF2B5EF4-FFF2-40B4-BE49-F238E27FC236}">
                  <a16:creationId xmlns:a16="http://schemas.microsoft.com/office/drawing/2014/main" id="{E2CD23B8-38AA-D57C-7742-0476846785B6}"/>
                </a:ext>
              </a:extLst>
            </p:cNvPr>
            <p:cNvSpPr/>
            <p:nvPr/>
          </p:nvSpPr>
          <p:spPr>
            <a:xfrm>
              <a:off x="2144283" y="2095741"/>
              <a:ext cx="8967652" cy="4642755"/>
            </a:xfrm>
            <a:prstGeom prst="rect">
              <a:avLst/>
            </a:prstGeom>
            <a:solidFill>
              <a:srgbClr val="0070C0"/>
            </a:solidFill>
            <a:ln>
              <a:noFill/>
            </a:ln>
            <a:effectLst>
              <a:outerShdw blurRad="63500" sx="103000" sy="103000" algn="ctr" rotWithShape="0">
                <a:schemeClr val="tx1">
                  <a:lumMod val="65000"/>
                  <a:lumOff val="3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2400" dirty="0">
                  <a:solidFill>
                    <a:schemeClr val="bg1">
                      <a:lumMod val="85000"/>
                    </a:schemeClr>
                  </a:solidFill>
                  <a:latin typeface="Times New Roman" panose="02020603050405020304" pitchFamily="18" charset="0"/>
                  <a:cs typeface="Times New Roman" panose="02020603050405020304" pitchFamily="18" charset="0"/>
                </a:rPr>
                <a:t>Tailor our sales to cut down budget and meet customer demands</a:t>
              </a:r>
              <a:r>
                <a:rPr lang="en-US" sz="2400" dirty="0">
                  <a:solidFill>
                    <a:schemeClr val="bg1"/>
                  </a:solidFill>
                  <a:latin typeface="Times New Roman" panose="02020603050405020304" pitchFamily="18" charset="0"/>
                  <a:cs typeface="Times New Roman" panose="02020603050405020304" pitchFamily="18" charset="0"/>
                </a:rPr>
                <a:t>.</a:t>
              </a:r>
            </a:p>
            <a:p>
              <a:endParaRPr lang="en-US" sz="2400"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solidFill>
                    <a:schemeClr val="bg1">
                      <a:lumMod val="85000"/>
                    </a:schemeClr>
                  </a:solidFill>
                  <a:latin typeface="Times New Roman" panose="02020603050405020304" pitchFamily="18" charset="0"/>
                  <a:cs typeface="Times New Roman" panose="02020603050405020304" pitchFamily="18" charset="0"/>
                </a:rPr>
                <a:t>Best approach: </a:t>
              </a:r>
              <a:r>
                <a:rPr lang="en-US" sz="2400" b="1" dirty="0">
                  <a:solidFill>
                    <a:schemeClr val="bg1"/>
                  </a:solidFill>
                  <a:latin typeface="Times New Roman" panose="02020603050405020304" pitchFamily="18" charset="0"/>
                  <a:cs typeface="Times New Roman" panose="02020603050405020304" pitchFamily="18" charset="0"/>
                </a:rPr>
                <a:t>Email + Call strategy</a:t>
              </a:r>
              <a:r>
                <a:rPr lang="en-US" sz="2400" dirty="0">
                  <a:solidFill>
                    <a:schemeClr val="bg1">
                      <a:lumMod val="85000"/>
                    </a:schemeClr>
                  </a:solidFill>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endParaRPr lang="en-US" sz="2400" dirty="0">
                <a:solidFill>
                  <a:schemeClr val="bg1">
                    <a:lumMod val="85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solidFill>
                    <a:schemeClr val="bg1">
                      <a:lumMod val="85000"/>
                    </a:schemeClr>
                  </a:solidFill>
                  <a:latin typeface="Times New Roman" panose="02020603050405020304" pitchFamily="18" charset="0"/>
                  <a:cs typeface="Times New Roman" panose="02020603050405020304" pitchFamily="18" charset="0"/>
                </a:rPr>
                <a:t>Reason: More revenue within few weeks</a:t>
              </a:r>
              <a:r>
                <a:rPr lang="en-US" sz="1400" dirty="0">
                  <a:solidFill>
                    <a:schemeClr val="bg1">
                      <a:lumMod val="85000"/>
                    </a:schemeClr>
                  </a:solidFill>
                </a:rPr>
                <a:t>.</a:t>
              </a:r>
              <a:endParaRPr lang="en-US" sz="1400" b="1" dirty="0">
                <a:solidFill>
                  <a:schemeClr val="bg1">
                    <a:lumMod val="85000"/>
                  </a:schemeClr>
                </a:solidFill>
              </a:endParaRPr>
            </a:p>
          </p:txBody>
        </p:sp>
        <p:pic>
          <p:nvPicPr>
            <p:cNvPr id="4" name="Graphic 3" descr="Speaker phone with solid fill">
              <a:extLst>
                <a:ext uri="{FF2B5EF4-FFF2-40B4-BE49-F238E27FC236}">
                  <a16:creationId xmlns:a16="http://schemas.microsoft.com/office/drawing/2014/main" id="{3811ECEA-21A9-AB79-4C27-D610A6EC01A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05771" y="3851159"/>
              <a:ext cx="1328057" cy="1328057"/>
            </a:xfrm>
            <a:prstGeom prst="rect">
              <a:avLst/>
            </a:prstGeom>
          </p:spPr>
        </p:pic>
        <p:pic>
          <p:nvPicPr>
            <p:cNvPr id="9" name="Graphic 8" descr="Email with solid fill">
              <a:extLst>
                <a:ext uri="{FF2B5EF4-FFF2-40B4-BE49-F238E27FC236}">
                  <a16:creationId xmlns:a16="http://schemas.microsoft.com/office/drawing/2014/main" id="{98EB69D3-9FAB-0371-B05D-8F5E0FCE709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553013">
              <a:off x="9074736" y="4202367"/>
              <a:ext cx="1328057" cy="1328057"/>
            </a:xfrm>
            <a:prstGeom prst="rect">
              <a:avLst/>
            </a:prstGeom>
          </p:spPr>
        </p:pic>
        <p:sp>
          <p:nvSpPr>
            <p:cNvPr id="10" name="TextBox 9">
              <a:extLst>
                <a:ext uri="{FF2B5EF4-FFF2-40B4-BE49-F238E27FC236}">
                  <a16:creationId xmlns:a16="http://schemas.microsoft.com/office/drawing/2014/main" id="{B6930AC7-EEF0-92F8-AB25-E955BF7D12A8}"/>
                </a:ext>
              </a:extLst>
            </p:cNvPr>
            <p:cNvSpPr txBox="1"/>
            <p:nvPr/>
          </p:nvSpPr>
          <p:spPr>
            <a:xfrm>
              <a:off x="2373745" y="2736501"/>
              <a:ext cx="3048000" cy="461665"/>
            </a:xfrm>
            <a:prstGeom prst="rect">
              <a:avLst/>
            </a:prstGeom>
            <a:noFill/>
          </p:spPr>
          <p:txBody>
            <a:bodyPr wrap="square" rtlCol="0">
              <a:spAutoFit/>
            </a:bodyPr>
            <a:lstStyle/>
            <a:p>
              <a:r>
                <a:rPr lang="en-US" sz="2400" dirty="0">
                  <a:solidFill>
                    <a:schemeClr val="bg1">
                      <a:lumMod val="85000"/>
                    </a:schemeClr>
                  </a:solidFill>
                  <a:latin typeface="Times New Roman" panose="02020603050405020304" pitchFamily="18" charset="0"/>
                  <a:cs typeface="Times New Roman" panose="02020603050405020304" pitchFamily="18" charset="0"/>
                </a:rPr>
                <a:t>Based on our findings, </a:t>
              </a:r>
            </a:p>
          </p:txBody>
        </p:sp>
      </p:grpSp>
    </p:spTree>
    <p:extLst>
      <p:ext uri="{BB962C8B-B14F-4D97-AF65-F5344CB8AC3E}">
        <p14:creationId xmlns:p14="http://schemas.microsoft.com/office/powerpoint/2010/main" val="20508319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8770C-5C3A-A927-A094-5DEE1378F4F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FB9CB6F8-28C1-3790-E6C5-9B917F88B118}"/>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rot="1310559">
            <a:off x="9418163" y="4401599"/>
            <a:ext cx="2492052" cy="2509869"/>
          </a:xfrm>
          <a:prstGeom prst="rect">
            <a:avLst/>
          </a:prstGeom>
          <a:effectLst>
            <a:outerShdw blurRad="50800" dist="215900" dir="19200000" algn="bl" rotWithShape="0">
              <a:prstClr val="black">
                <a:alpha val="40000"/>
              </a:prstClr>
            </a:outerShdw>
          </a:effectLst>
        </p:spPr>
      </p:pic>
      <p:sp>
        <p:nvSpPr>
          <p:cNvPr id="5" name="Rectangle: Rounded Corners 4">
            <a:extLst>
              <a:ext uri="{FF2B5EF4-FFF2-40B4-BE49-F238E27FC236}">
                <a16:creationId xmlns:a16="http://schemas.microsoft.com/office/drawing/2014/main" id="{18BC649F-A3DD-0FB9-2821-309776C32132}"/>
              </a:ext>
            </a:extLst>
          </p:cNvPr>
          <p:cNvSpPr/>
          <p:nvPr/>
        </p:nvSpPr>
        <p:spPr>
          <a:xfrm>
            <a:off x="772886" y="359228"/>
            <a:ext cx="10646228" cy="957943"/>
          </a:xfrm>
          <a:prstGeom prst="roundRect">
            <a:avLst/>
          </a:prstGeom>
          <a:solidFill>
            <a:schemeClr val="bg1"/>
          </a:solidFill>
          <a:ln>
            <a:noFill/>
          </a:ln>
          <a:effectLst>
            <a:outerShdw dist="254000" dir="8100000" algn="tr" rotWithShape="0">
              <a:schemeClr val="tx2">
                <a:lumMod val="75000"/>
                <a:lumOff val="25000"/>
                <a:alpha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rgbClr val="FF0000"/>
                </a:solidFill>
              </a:rPr>
              <a:t>APPENDIX</a:t>
            </a:r>
          </a:p>
        </p:txBody>
      </p:sp>
      <p:pic>
        <p:nvPicPr>
          <p:cNvPr id="8" name="Picture 7">
            <a:extLst>
              <a:ext uri="{FF2B5EF4-FFF2-40B4-BE49-F238E27FC236}">
                <a16:creationId xmlns:a16="http://schemas.microsoft.com/office/drawing/2014/main" id="{26836F78-1C9B-0488-96C5-E75F8A65E205}"/>
              </a:ext>
            </a:extLst>
          </p:cNvPr>
          <p:cNvPicPr>
            <a:picLocks noChangeAspect="1"/>
          </p:cNvPicPr>
          <p:nvPr/>
        </p:nvPicPr>
        <p:blipFill>
          <a:blip r:embed="rId4">
            <a:alphaModFix amt="25000"/>
            <a:extLst>
              <a:ext uri="{28A0092B-C50C-407E-A947-70E740481C1C}">
                <a14:useLocalDpi xmlns:a14="http://schemas.microsoft.com/office/drawing/2010/main" val="0"/>
              </a:ext>
            </a:extLst>
          </a:blip>
          <a:stretch>
            <a:fillRect/>
          </a:stretch>
        </p:blipFill>
        <p:spPr>
          <a:xfrm rot="10800000">
            <a:off x="9879877" y="2891135"/>
            <a:ext cx="2312123" cy="1553049"/>
          </a:xfrm>
          <a:prstGeom prst="rect">
            <a:avLst/>
          </a:prstGeom>
          <a:effectLst>
            <a:outerShdw blurRad="76200" dir="13500000" sy="23000" kx="1200000" algn="br" rotWithShape="0">
              <a:prstClr val="black">
                <a:alpha val="20000"/>
              </a:prstClr>
            </a:outerShdw>
          </a:effectLst>
        </p:spPr>
      </p:pic>
      <p:sp>
        <p:nvSpPr>
          <p:cNvPr id="6" name="Rectangle 5">
            <a:extLst>
              <a:ext uri="{FF2B5EF4-FFF2-40B4-BE49-F238E27FC236}">
                <a16:creationId xmlns:a16="http://schemas.microsoft.com/office/drawing/2014/main" id="{E9A65664-747C-2BF4-AC25-ABDFF912F200}"/>
              </a:ext>
            </a:extLst>
          </p:cNvPr>
          <p:cNvSpPr/>
          <p:nvPr/>
        </p:nvSpPr>
        <p:spPr>
          <a:xfrm>
            <a:off x="696686" y="1695450"/>
            <a:ext cx="8991600" cy="4642755"/>
          </a:xfrm>
          <a:prstGeom prst="rect">
            <a:avLst/>
          </a:prstGeom>
          <a:solidFill>
            <a:srgbClr val="0070C0"/>
          </a:solidFill>
          <a:ln>
            <a:noFill/>
          </a:ln>
          <a:effectLst>
            <a:outerShdw blurRad="63500" sx="103000" sy="103000" algn="ctr" rotWithShape="0">
              <a:schemeClr val="tx1">
                <a:lumMod val="65000"/>
                <a:lumOff val="3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Times New Roman" panose="02020603050405020304" pitchFamily="18" charset="0"/>
                <a:cs typeface="Times New Roman" panose="02020603050405020304" pitchFamily="18" charset="0"/>
              </a:rPr>
              <a:t>To view detailed analysis, find project in my SQL project repository </a:t>
            </a:r>
            <a:r>
              <a:rPr lang="en-US" sz="2400" b="1" dirty="0">
                <a:solidFill>
                  <a:srgbClr val="FFFF00"/>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here</a:t>
            </a:r>
            <a:r>
              <a:rPr lang="en-US" sz="2400" dirty="0">
                <a:solidFill>
                  <a:schemeClr val="bg1"/>
                </a:solidFill>
                <a:latin typeface="Times New Roman" panose="02020603050405020304" pitchFamily="18" charset="0"/>
                <a:cs typeface="Times New Roman" panose="02020603050405020304" pitchFamily="18" charset="0"/>
              </a:rPr>
              <a:t>.</a:t>
            </a:r>
          </a:p>
          <a:p>
            <a:pPr algn="ctr"/>
            <a:r>
              <a:rPr lang="en-US" sz="1400" b="1" dirty="0">
                <a:solidFill>
                  <a:schemeClr val="bg1"/>
                </a:solidFill>
                <a:latin typeface="Times New Roman" panose="02020603050405020304" pitchFamily="18" charset="0"/>
                <a:cs typeface="Times New Roman" panose="02020603050405020304" pitchFamily="18" charset="0"/>
              </a:rPr>
              <a:t> </a:t>
            </a:r>
          </a:p>
          <a:p>
            <a:pPr algn="ctr"/>
            <a:r>
              <a:rPr lang="en-US" sz="2400" dirty="0">
                <a:solidFill>
                  <a:schemeClr val="bg1"/>
                </a:solidFill>
                <a:latin typeface="Times New Roman" panose="02020603050405020304" pitchFamily="18" charset="0"/>
                <a:cs typeface="Times New Roman" panose="02020603050405020304" pitchFamily="18" charset="0"/>
              </a:rPr>
              <a:t>Project was also done using Python. View detailed analysis in python </a:t>
            </a:r>
            <a:r>
              <a:rPr lang="en-US" sz="2400" b="1" dirty="0">
                <a:solidFill>
                  <a:srgbClr val="FFFF00"/>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here</a:t>
            </a:r>
            <a:r>
              <a:rPr lang="en-US" sz="2400" dirty="0">
                <a:solidFill>
                  <a:schemeClr val="bg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809306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BCBDE-61B7-55E9-FF21-1A6C453FBAF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88AA715-A314-50C7-1B63-0C3EC3657898}"/>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rot="1310559">
            <a:off x="9418163" y="4401599"/>
            <a:ext cx="2492052" cy="2509869"/>
          </a:xfrm>
          <a:prstGeom prst="rect">
            <a:avLst/>
          </a:prstGeom>
          <a:effectLst>
            <a:outerShdw blurRad="50800" dist="215900" dir="19200000" algn="bl" rotWithShape="0">
              <a:prstClr val="black">
                <a:alpha val="40000"/>
              </a:prstClr>
            </a:outerShdw>
          </a:effectLst>
        </p:spPr>
      </p:pic>
      <p:sp>
        <p:nvSpPr>
          <p:cNvPr id="5" name="Rectangle: Rounded Corners 4">
            <a:extLst>
              <a:ext uri="{FF2B5EF4-FFF2-40B4-BE49-F238E27FC236}">
                <a16:creationId xmlns:a16="http://schemas.microsoft.com/office/drawing/2014/main" id="{7469F498-9E22-DB06-0A4A-76737A673F68}"/>
              </a:ext>
            </a:extLst>
          </p:cNvPr>
          <p:cNvSpPr/>
          <p:nvPr/>
        </p:nvSpPr>
        <p:spPr>
          <a:xfrm>
            <a:off x="772886" y="359228"/>
            <a:ext cx="10646228" cy="957943"/>
          </a:xfrm>
          <a:prstGeom prst="roundRect">
            <a:avLst/>
          </a:prstGeom>
          <a:solidFill>
            <a:schemeClr val="bg1"/>
          </a:solidFill>
          <a:ln>
            <a:noFill/>
          </a:ln>
          <a:effectLst>
            <a:outerShdw dist="254000" dir="8100000" algn="tr" rotWithShape="0">
              <a:schemeClr val="tx2">
                <a:lumMod val="75000"/>
                <a:lumOff val="25000"/>
                <a:alpha val="9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rgbClr val="FF0000"/>
                </a:solidFill>
              </a:rPr>
              <a:t>Q&amp;A</a:t>
            </a:r>
          </a:p>
        </p:txBody>
      </p:sp>
      <p:pic>
        <p:nvPicPr>
          <p:cNvPr id="8" name="Picture 7">
            <a:extLst>
              <a:ext uri="{FF2B5EF4-FFF2-40B4-BE49-F238E27FC236}">
                <a16:creationId xmlns:a16="http://schemas.microsoft.com/office/drawing/2014/main" id="{E94325B2-0FFC-B76D-151F-A8077DA49418}"/>
              </a:ext>
            </a:extLst>
          </p:cNvPr>
          <p:cNvPicPr>
            <a:picLocks noChangeAspect="1"/>
          </p:cNvPicPr>
          <p:nvPr/>
        </p:nvPicPr>
        <p:blipFill>
          <a:blip r:embed="rId4">
            <a:alphaModFix amt="25000"/>
            <a:extLst>
              <a:ext uri="{28A0092B-C50C-407E-A947-70E740481C1C}">
                <a14:useLocalDpi xmlns:a14="http://schemas.microsoft.com/office/drawing/2010/main" val="0"/>
              </a:ext>
            </a:extLst>
          </a:blip>
          <a:stretch>
            <a:fillRect/>
          </a:stretch>
        </p:blipFill>
        <p:spPr>
          <a:xfrm rot="10800000">
            <a:off x="9879877" y="2891135"/>
            <a:ext cx="2312123" cy="1553049"/>
          </a:xfrm>
          <a:prstGeom prst="rect">
            <a:avLst/>
          </a:prstGeom>
          <a:effectLst>
            <a:outerShdw blurRad="76200" dir="13500000" sy="23000" kx="1200000" algn="br" rotWithShape="0">
              <a:prstClr val="black">
                <a:alpha val="20000"/>
              </a:prstClr>
            </a:outerShdw>
          </a:effectLst>
        </p:spPr>
      </p:pic>
      <p:sp>
        <p:nvSpPr>
          <p:cNvPr id="3" name="TextBox 2">
            <a:extLst>
              <a:ext uri="{FF2B5EF4-FFF2-40B4-BE49-F238E27FC236}">
                <a16:creationId xmlns:a16="http://schemas.microsoft.com/office/drawing/2014/main" id="{EA3AC34C-326C-8C64-7461-7582E3B0C881}"/>
              </a:ext>
            </a:extLst>
          </p:cNvPr>
          <p:cNvSpPr txBox="1"/>
          <p:nvPr/>
        </p:nvSpPr>
        <p:spPr>
          <a:xfrm>
            <a:off x="601767" y="2950878"/>
            <a:ext cx="2195861" cy="1015663"/>
          </a:xfrm>
          <a:prstGeom prst="rect">
            <a:avLst/>
          </a:prstGeom>
          <a:solidFill>
            <a:schemeClr val="accent2"/>
          </a:solidFill>
        </p:spPr>
        <p:txBody>
          <a:bodyPr wrap="square" rtlCol="0">
            <a:spAutoFit/>
          </a:bodyPr>
          <a:lstStyle/>
          <a:p>
            <a:pPr algn="ctr"/>
            <a:r>
              <a:rPr lang="en-US" sz="1200" dirty="0">
                <a:solidFill>
                  <a:schemeClr val="bg1"/>
                </a:solidFill>
              </a:rPr>
              <a:t>Do share your feedback.</a:t>
            </a:r>
          </a:p>
          <a:p>
            <a:pPr algn="ctr"/>
            <a:r>
              <a:rPr lang="en-US" sz="1600" dirty="0">
                <a:solidFill>
                  <a:schemeClr val="bg1"/>
                </a:solidFill>
              </a:rPr>
              <a:t> </a:t>
            </a:r>
          </a:p>
          <a:p>
            <a:pPr algn="ctr"/>
            <a:r>
              <a:rPr lang="en-US" sz="3200" dirty="0">
                <a:solidFill>
                  <a:schemeClr val="bg1"/>
                </a:solidFill>
              </a:rPr>
              <a:t>Thank you!!</a:t>
            </a:r>
          </a:p>
        </p:txBody>
      </p:sp>
    </p:spTree>
    <p:extLst>
      <p:ext uri="{BB962C8B-B14F-4D97-AF65-F5344CB8AC3E}">
        <p14:creationId xmlns:p14="http://schemas.microsoft.com/office/powerpoint/2010/main" val="4609141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342</TotalTime>
  <Words>491</Words>
  <Application>Microsoft Office PowerPoint</Application>
  <PresentationFormat>Widescreen</PresentationFormat>
  <Paragraphs>121</Paragraphs>
  <Slides>16</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Angelica Adjei-Kwarteng</dc:creator>
  <cp:lastModifiedBy>Angelica Adjei-Kwarteng</cp:lastModifiedBy>
  <cp:revision>1</cp:revision>
  <dcterms:created xsi:type="dcterms:W3CDTF">2025-09-08T10:39:29Z</dcterms:created>
  <dcterms:modified xsi:type="dcterms:W3CDTF">2025-09-11T12:05:21Z</dcterms:modified>
</cp:coreProperties>
</file>